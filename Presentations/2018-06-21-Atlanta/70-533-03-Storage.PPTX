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p:sldMasterIdLst>
    <p:sldMasterId id="2147483660" r:id="rId1"/>
    <p:sldMasterId id="2147483708" r:id="rId2"/>
  </p:sldMasterIdLst>
  <p:notesMasterIdLst>
    <p:notesMasterId r:id="rId47"/>
  </p:notesMasterIdLst>
  <p:handoutMasterIdLst>
    <p:handoutMasterId r:id="rId48"/>
  </p:handoutMasterIdLst>
  <p:sldIdLst>
    <p:sldId id="256" r:id="rId3"/>
    <p:sldId id="373" r:id="rId4"/>
    <p:sldId id="311" r:id="rId5"/>
    <p:sldId id="312" r:id="rId6"/>
    <p:sldId id="313" r:id="rId7"/>
    <p:sldId id="319" r:id="rId8"/>
    <p:sldId id="320" r:id="rId9"/>
    <p:sldId id="387" r:id="rId10"/>
    <p:sldId id="321" r:id="rId11"/>
    <p:sldId id="322" r:id="rId12"/>
    <p:sldId id="323" r:id="rId13"/>
    <p:sldId id="325" r:id="rId14"/>
    <p:sldId id="326" r:id="rId15"/>
    <p:sldId id="327" r:id="rId16"/>
    <p:sldId id="328" r:id="rId17"/>
    <p:sldId id="330" r:id="rId18"/>
    <p:sldId id="332" r:id="rId19"/>
    <p:sldId id="334" r:id="rId20"/>
    <p:sldId id="335" r:id="rId21"/>
    <p:sldId id="336" r:id="rId22"/>
    <p:sldId id="342" r:id="rId23"/>
    <p:sldId id="388" r:id="rId24"/>
    <p:sldId id="375" r:id="rId25"/>
    <p:sldId id="374" r:id="rId26"/>
    <p:sldId id="315" r:id="rId27"/>
    <p:sldId id="346" r:id="rId28"/>
    <p:sldId id="347" r:id="rId29"/>
    <p:sldId id="349" r:id="rId30"/>
    <p:sldId id="350" r:id="rId31"/>
    <p:sldId id="354" r:id="rId32"/>
    <p:sldId id="399" r:id="rId33"/>
    <p:sldId id="316" r:id="rId34"/>
    <p:sldId id="364" r:id="rId35"/>
    <p:sldId id="365" r:id="rId36"/>
    <p:sldId id="366" r:id="rId37"/>
    <p:sldId id="390" r:id="rId38"/>
    <p:sldId id="391" r:id="rId39"/>
    <p:sldId id="392" r:id="rId40"/>
    <p:sldId id="393" r:id="rId41"/>
    <p:sldId id="394" r:id="rId42"/>
    <p:sldId id="395" r:id="rId43"/>
    <p:sldId id="396" r:id="rId44"/>
    <p:sldId id="397" r:id="rId45"/>
    <p:sldId id="398" r:id="rId46"/>
  </p:sldIdLst>
  <p:sldSz cx="9144000" cy="6858000" type="screen4x3"/>
  <p:notesSz cx="6858000" cy="9144000"/>
  <p:embeddedFontLst>
    <p:embeddedFont>
      <p:font typeface="Verdana" panose="020B0604030504040204" pitchFamily="34" charset="0"/>
      <p:regular r:id="rId49"/>
      <p:bold r:id="rId50"/>
      <p:italic r:id="rId51"/>
      <p:boldItalic r:id="rId52"/>
    </p:embeddedFont>
    <p:embeddedFont>
      <p:font typeface="Calibri" panose="020F0502020204030204" pitchFamily="34" charset="0"/>
      <p:regular r:id="rId53"/>
      <p:bold r:id="rId54"/>
      <p:italic r:id="rId55"/>
      <p:boldItalic r:id="rId56"/>
    </p:embeddedFont>
    <p:embeddedFont>
      <p:font typeface="Consolas" panose="020B0609020204030204" pitchFamily="49" charset="0"/>
      <p:regular r:id="rId57"/>
      <p:bold r:id="rId58"/>
      <p:italic r:id="rId59"/>
      <p:boldItalic r:id="rId60"/>
    </p:embeddedFont>
    <p:embeddedFont>
      <p:font typeface="Calibri Light" panose="020F0302020204030204" pitchFamily="34" charset="0"/>
      <p:regular r:id="rId61"/>
      <p:italic r:id="rId62"/>
    </p:embeddedFont>
    <p:embeddedFont>
      <p:font typeface="Segoe UI Light" panose="020B0502040204020203" pitchFamily="34" charset="0"/>
      <p:regular r:id="rId63"/>
      <p:italic r:id="rId64"/>
    </p:embeddedFont>
    <p:embeddedFont>
      <p:font typeface="Segoe UI" panose="020B0502040204020203" pitchFamily="34" charset="0"/>
      <p:regular r:id="rId65"/>
      <p:bold r:id="rId66"/>
      <p:italic r:id="rId67"/>
      <p:boldItalic r:id="rId68"/>
    </p:embeddedFont>
  </p:embeddedFontLst>
  <p:defaultTex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p:defaultTextStyle>
  <p:extLst>
    <p:ext uri="{521415D9-36F7-43E2-AB2F-B90AF26B5E84}">
      <p14:sectionLst xmlns:p14="http://schemas.microsoft.com/office/powerpoint/2010/main">
        <p14:section name="Default Section" id="{6D02174B-784A-434E-834A-4FC2579EC5AD}">
          <p14:sldIdLst>
            <p14:sldId id="256"/>
            <p14:sldId id="373"/>
          </p14:sldIdLst>
        </p14:section>
        <p14:section name="Storage" id="{EE7F45B0-A6AD-411D-A512-DBBFEC401377}">
          <p14:sldIdLst>
            <p14:sldId id="311"/>
            <p14:sldId id="312"/>
          </p14:sldIdLst>
        </p14:section>
        <p14:section name="Storage &amp; Files" id="{C6B6578B-F5CF-418D-991A-F24A0340D180}">
          <p14:sldIdLst>
            <p14:sldId id="313"/>
            <p14:sldId id="319"/>
            <p14:sldId id="320"/>
            <p14:sldId id="387"/>
            <p14:sldId id="321"/>
            <p14:sldId id="322"/>
            <p14:sldId id="323"/>
            <p14:sldId id="325"/>
            <p14:sldId id="326"/>
            <p14:sldId id="327"/>
            <p14:sldId id="328"/>
            <p14:sldId id="330"/>
            <p14:sldId id="332"/>
            <p14:sldId id="334"/>
            <p14:sldId id="335"/>
            <p14:sldId id="336"/>
            <p14:sldId id="342"/>
            <p14:sldId id="388"/>
            <p14:sldId id="375"/>
            <p14:sldId id="374"/>
          </p14:sldIdLst>
        </p14:section>
        <p14:section name="Access" id="{B92904DA-AD65-48A7-82FB-BA4D438E899A}">
          <p14:sldIdLst>
            <p14:sldId id="315"/>
            <p14:sldId id="346"/>
            <p14:sldId id="347"/>
            <p14:sldId id="349"/>
            <p14:sldId id="350"/>
            <p14:sldId id="354"/>
            <p14:sldId id="399"/>
          </p14:sldIdLst>
        </p14:section>
        <p14:section name="Encryption" id="{4192427E-7B5C-4B75-BE21-14FA26E9ABFE}">
          <p14:sldIdLst/>
        </p14:section>
        <p14:section name="Diag, Monitor, Analytics" id="{CA5ED27E-6529-4197-AC63-77A7AD34E2E9}">
          <p14:sldIdLst>
            <p14:sldId id="316"/>
            <p14:sldId id="364"/>
            <p14:sldId id="365"/>
            <p14:sldId id="366"/>
            <p14:sldId id="390"/>
            <p14:sldId id="391"/>
            <p14:sldId id="392"/>
            <p14:sldId id="393"/>
            <p14:sldId id="394"/>
            <p14:sldId id="395"/>
            <p14:sldId id="396"/>
            <p14:sldId id="397"/>
            <p14:sldId id="3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70C0"/>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68" autoAdjust="0"/>
    <p:restoredTop sz="18362" autoAdjust="0"/>
  </p:normalViewPr>
  <p:slideViewPr>
    <p:cSldViewPr snapToGrid="0">
      <p:cViewPr varScale="1">
        <p:scale>
          <a:sx n="80" d="100"/>
          <a:sy n="80" d="100"/>
        </p:scale>
        <p:origin x="1050" y="78"/>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71" d="100"/>
          <a:sy n="71" d="100"/>
        </p:scale>
        <p:origin x="3029"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notesMaster" Target="notesMasters/notesMaster1.xml"/><Relationship Id="rId63" Type="http://schemas.openxmlformats.org/officeDocument/2006/relationships/font" Target="fonts/font15.fntdata"/><Relationship Id="rId68" Type="http://schemas.openxmlformats.org/officeDocument/2006/relationships/font" Target="fonts/font20.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5" Type="http://schemas.openxmlformats.org/officeDocument/2006/relationships/slide" Target="slides/slide3.xml"/><Relationship Id="rId61" Type="http://schemas.openxmlformats.org/officeDocument/2006/relationships/font" Target="fonts/font13.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handoutMaster" Target="handoutMasters/handout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font" Target="fonts/font3.fntdata"/><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1.fntdata"/><Relationship Id="rId67" Type="http://schemas.openxmlformats.org/officeDocument/2006/relationships/font" Target="fonts/font19.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font" Target="fonts/font2.fntdata"/><Relationship Id="rId55" Type="http://schemas.openxmlformats.org/officeDocument/2006/relationships/font" Target="fonts/font7.fntdata"/><Relationship Id="rId7" Type="http://schemas.openxmlformats.org/officeDocument/2006/relationships/slide" Target="slides/slide5.xml"/><Relationship Id="rId7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43362E-2C91-40C4-A123-09F38874C635}" type="doc">
      <dgm:prSet loTypeId="urn:microsoft.com/office/officeart/2005/8/layout/vList2" loCatId="list" qsTypeId="urn:microsoft.com/office/officeart/2005/8/quickstyle/3d1" qsCatId="3D" csTypeId="urn:microsoft.com/office/officeart/2005/8/colors/accent2_2" csCatId="accent2" phldr="1"/>
      <dgm:spPr/>
      <dgm:t>
        <a:bodyPr/>
        <a:lstStyle/>
        <a:p>
          <a:endParaRPr lang="en-US"/>
        </a:p>
      </dgm:t>
    </dgm:pt>
    <dgm:pt modelId="{23607DAF-BCC4-4F3F-9C57-FAB3A360649C}">
      <dgm:prSet/>
      <dgm:spPr/>
      <dgm:t>
        <a:bodyPr/>
        <a:lstStyle/>
        <a:p>
          <a:r>
            <a:rPr lang="en-US" dirty="0">
              <a:latin typeface="Segoe UI" panose="020B0502040204020203" pitchFamily="34" charset="0"/>
              <a:cs typeface="Segoe UI" panose="020B0502040204020203" pitchFamily="34" charset="0"/>
            </a:rPr>
            <a:t>Local Redundant Storage (LRS)</a:t>
          </a:r>
        </a:p>
      </dgm:t>
    </dgm:pt>
    <dgm:pt modelId="{0EDB074B-0E62-4727-BAE7-23633B527609}" type="parTrans" cxnId="{EFBC6598-74DF-481C-A2CA-25A716D71587}">
      <dgm:prSet/>
      <dgm:spPr/>
      <dgm:t>
        <a:bodyPr/>
        <a:lstStyle/>
        <a:p>
          <a:endParaRPr lang="en-US">
            <a:latin typeface="Segoe UI" panose="020B0502040204020203" pitchFamily="34" charset="0"/>
            <a:cs typeface="Segoe UI" panose="020B0502040204020203" pitchFamily="34" charset="0"/>
          </a:endParaRPr>
        </a:p>
      </dgm:t>
    </dgm:pt>
    <dgm:pt modelId="{E242A89E-51AE-46B1-8BDD-DA19428BEF02}" type="sibTrans" cxnId="{EFBC6598-74DF-481C-A2CA-25A716D71587}">
      <dgm:prSet/>
      <dgm:spPr/>
      <dgm:t>
        <a:bodyPr/>
        <a:lstStyle/>
        <a:p>
          <a:endParaRPr lang="en-US">
            <a:latin typeface="Segoe UI" panose="020B0502040204020203" pitchFamily="34" charset="0"/>
            <a:cs typeface="Segoe UI" panose="020B0502040204020203" pitchFamily="34" charset="0"/>
          </a:endParaRPr>
        </a:p>
      </dgm:t>
    </dgm:pt>
    <dgm:pt modelId="{A14DC635-E9F1-498B-B578-3308FF7E4695}">
      <dgm:prSet/>
      <dgm:spPr/>
      <dgm:t>
        <a:bodyPr/>
        <a:lstStyle/>
        <a:p>
          <a:r>
            <a:rPr lang="en-US" dirty="0" smtClean="0">
              <a:latin typeface="Segoe UI" panose="020B0502040204020203" pitchFamily="34" charset="0"/>
              <a:cs typeface="Segoe UI" panose="020B0502040204020203" pitchFamily="34" charset="0"/>
            </a:rPr>
            <a:t>Three copies within a cluster of storage nodes</a:t>
          </a:r>
          <a:endParaRPr lang="en-US" dirty="0">
            <a:latin typeface="Segoe UI" panose="020B0502040204020203" pitchFamily="34" charset="0"/>
            <a:cs typeface="Segoe UI" panose="020B0502040204020203" pitchFamily="34" charset="0"/>
          </a:endParaRPr>
        </a:p>
      </dgm:t>
    </dgm:pt>
    <dgm:pt modelId="{E7D43C04-0BD3-4016-A122-632D4DF7460D}" type="parTrans" cxnId="{758ECC83-9D6E-4D5D-A167-FCE72F47C2A2}">
      <dgm:prSet/>
      <dgm:spPr/>
      <dgm:t>
        <a:bodyPr/>
        <a:lstStyle/>
        <a:p>
          <a:endParaRPr lang="en-US">
            <a:latin typeface="Segoe UI" panose="020B0502040204020203" pitchFamily="34" charset="0"/>
            <a:cs typeface="Segoe UI" panose="020B0502040204020203" pitchFamily="34" charset="0"/>
          </a:endParaRPr>
        </a:p>
      </dgm:t>
    </dgm:pt>
    <dgm:pt modelId="{DD5C5CCB-0383-45BF-9FF0-A733F795397E}" type="sibTrans" cxnId="{758ECC83-9D6E-4D5D-A167-FCE72F47C2A2}">
      <dgm:prSet/>
      <dgm:spPr/>
      <dgm:t>
        <a:bodyPr/>
        <a:lstStyle/>
        <a:p>
          <a:endParaRPr lang="en-US">
            <a:latin typeface="Segoe UI" panose="020B0502040204020203" pitchFamily="34" charset="0"/>
            <a:cs typeface="Segoe UI" panose="020B0502040204020203" pitchFamily="34" charset="0"/>
          </a:endParaRPr>
        </a:p>
      </dgm:t>
    </dgm:pt>
    <dgm:pt modelId="{E2BE3104-FD56-443B-BFE9-E57D33F8F726}">
      <dgm:prSet/>
      <dgm:spPr/>
      <dgm:t>
        <a:bodyPr/>
        <a:lstStyle/>
        <a:p>
          <a:r>
            <a:rPr lang="en-US" dirty="0">
              <a:latin typeface="Segoe UI" panose="020B0502040204020203" pitchFamily="34" charset="0"/>
              <a:cs typeface="Segoe UI" panose="020B0502040204020203" pitchFamily="34" charset="0"/>
            </a:rPr>
            <a:t>Protection from hardware failure </a:t>
          </a:r>
        </a:p>
      </dgm:t>
    </dgm:pt>
    <dgm:pt modelId="{595EB3AE-02D6-4474-A005-A9A049641E13}" type="parTrans" cxnId="{AE0E9C55-31DD-4FC9-86C6-7AEA7DD7604D}">
      <dgm:prSet/>
      <dgm:spPr/>
      <dgm:t>
        <a:bodyPr/>
        <a:lstStyle/>
        <a:p>
          <a:endParaRPr lang="en-US">
            <a:latin typeface="Segoe UI" panose="020B0502040204020203" pitchFamily="34" charset="0"/>
            <a:cs typeface="Segoe UI" panose="020B0502040204020203" pitchFamily="34" charset="0"/>
          </a:endParaRPr>
        </a:p>
      </dgm:t>
    </dgm:pt>
    <dgm:pt modelId="{6F6A4A5C-6948-40FA-9592-6091D1209522}" type="sibTrans" cxnId="{AE0E9C55-31DD-4FC9-86C6-7AEA7DD7604D}">
      <dgm:prSet/>
      <dgm:spPr/>
      <dgm:t>
        <a:bodyPr/>
        <a:lstStyle/>
        <a:p>
          <a:endParaRPr lang="en-US">
            <a:latin typeface="Segoe UI" panose="020B0502040204020203" pitchFamily="34" charset="0"/>
            <a:cs typeface="Segoe UI" panose="020B0502040204020203" pitchFamily="34" charset="0"/>
          </a:endParaRPr>
        </a:p>
      </dgm:t>
    </dgm:pt>
    <dgm:pt modelId="{9504E666-8CAC-43C5-886F-23798368C4CB}">
      <dgm:prSet/>
      <dgm:spPr/>
      <dgm:t>
        <a:bodyPr/>
        <a:lstStyle/>
        <a:p>
          <a:r>
            <a:rPr lang="en-US">
              <a:latin typeface="Segoe UI" panose="020B0502040204020203" pitchFamily="34" charset="0"/>
              <a:cs typeface="Segoe UI" panose="020B0502040204020203" pitchFamily="34" charset="0"/>
            </a:rPr>
            <a:t>Zone-redundant storage (LRS)</a:t>
          </a:r>
        </a:p>
      </dgm:t>
    </dgm:pt>
    <dgm:pt modelId="{77441D83-F862-4BB6-AEC6-0446693ADE8F}" type="parTrans" cxnId="{CD91A0E9-3EF1-46A5-A2C8-AD94797BBB74}">
      <dgm:prSet/>
      <dgm:spPr/>
      <dgm:t>
        <a:bodyPr/>
        <a:lstStyle/>
        <a:p>
          <a:endParaRPr lang="en-US">
            <a:latin typeface="Segoe UI" panose="020B0502040204020203" pitchFamily="34" charset="0"/>
            <a:cs typeface="Segoe UI" panose="020B0502040204020203" pitchFamily="34" charset="0"/>
          </a:endParaRPr>
        </a:p>
      </dgm:t>
    </dgm:pt>
    <dgm:pt modelId="{075AFD8E-564A-4D97-A39F-A77A937A7BA7}" type="sibTrans" cxnId="{CD91A0E9-3EF1-46A5-A2C8-AD94797BBB74}">
      <dgm:prSet/>
      <dgm:spPr/>
      <dgm:t>
        <a:bodyPr/>
        <a:lstStyle/>
        <a:p>
          <a:endParaRPr lang="en-US">
            <a:latin typeface="Segoe UI" panose="020B0502040204020203" pitchFamily="34" charset="0"/>
            <a:cs typeface="Segoe UI" panose="020B0502040204020203" pitchFamily="34" charset="0"/>
          </a:endParaRPr>
        </a:p>
      </dgm:t>
    </dgm:pt>
    <dgm:pt modelId="{BA3AC941-D69A-46B1-BA02-5D8595048781}">
      <dgm:prSet/>
      <dgm:spPr/>
      <dgm:t>
        <a:bodyPr/>
        <a:lstStyle/>
        <a:p>
          <a:r>
            <a:rPr lang="en-US">
              <a:latin typeface="Segoe UI" panose="020B0502040204020203" pitchFamily="34" charset="0"/>
              <a:cs typeface="Segoe UI" panose="020B0502040204020203" pitchFamily="34" charset="0"/>
            </a:rPr>
            <a:t>Three copies </a:t>
          </a:r>
        </a:p>
      </dgm:t>
    </dgm:pt>
    <dgm:pt modelId="{F6FBC74D-1720-4922-8822-E9EBA689F49A}" type="parTrans" cxnId="{667D7F50-19E9-4E4B-935F-322825013ADD}">
      <dgm:prSet/>
      <dgm:spPr/>
      <dgm:t>
        <a:bodyPr/>
        <a:lstStyle/>
        <a:p>
          <a:endParaRPr lang="en-US">
            <a:latin typeface="Segoe UI" panose="020B0502040204020203" pitchFamily="34" charset="0"/>
            <a:cs typeface="Segoe UI" panose="020B0502040204020203" pitchFamily="34" charset="0"/>
          </a:endParaRPr>
        </a:p>
      </dgm:t>
    </dgm:pt>
    <dgm:pt modelId="{AD2DFEC2-5BFA-4BBA-88BB-F60803004351}" type="sibTrans" cxnId="{667D7F50-19E9-4E4B-935F-322825013ADD}">
      <dgm:prSet/>
      <dgm:spPr/>
      <dgm:t>
        <a:bodyPr/>
        <a:lstStyle/>
        <a:p>
          <a:endParaRPr lang="en-US">
            <a:latin typeface="Segoe UI" panose="020B0502040204020203" pitchFamily="34" charset="0"/>
            <a:cs typeface="Segoe UI" panose="020B0502040204020203" pitchFamily="34" charset="0"/>
          </a:endParaRPr>
        </a:p>
      </dgm:t>
    </dgm:pt>
    <dgm:pt modelId="{B5932CAF-05CE-4A30-BD66-3A4B25766C47}">
      <dgm:prSet/>
      <dgm:spPr/>
      <dgm:t>
        <a:bodyPr/>
        <a:lstStyle/>
        <a:p>
          <a:r>
            <a:rPr lang="en-US" dirty="0" smtClean="0">
              <a:latin typeface="Segoe UI" panose="020B0502040204020203" pitchFamily="34" charset="0"/>
              <a:cs typeface="Segoe UI" panose="020B0502040204020203" pitchFamily="34" charset="0"/>
            </a:rPr>
            <a:t>Only BLOB storage</a:t>
          </a:r>
          <a:endParaRPr lang="en-US" dirty="0">
            <a:latin typeface="Segoe UI" panose="020B0502040204020203" pitchFamily="34" charset="0"/>
            <a:cs typeface="Segoe UI" panose="020B0502040204020203" pitchFamily="34" charset="0"/>
          </a:endParaRPr>
        </a:p>
      </dgm:t>
    </dgm:pt>
    <dgm:pt modelId="{5EC59C75-2EC2-47CC-918D-0A34C9AB6378}" type="parTrans" cxnId="{103C2303-5A2D-4055-888F-2FCE427CF1C6}">
      <dgm:prSet/>
      <dgm:spPr/>
      <dgm:t>
        <a:bodyPr/>
        <a:lstStyle/>
        <a:p>
          <a:endParaRPr lang="en-US">
            <a:latin typeface="Segoe UI" panose="020B0502040204020203" pitchFamily="34" charset="0"/>
            <a:cs typeface="Segoe UI" panose="020B0502040204020203" pitchFamily="34" charset="0"/>
          </a:endParaRPr>
        </a:p>
      </dgm:t>
    </dgm:pt>
    <dgm:pt modelId="{22A1B7DE-004C-45E3-A759-A138D81E04C8}" type="sibTrans" cxnId="{103C2303-5A2D-4055-888F-2FCE427CF1C6}">
      <dgm:prSet/>
      <dgm:spPr/>
      <dgm:t>
        <a:bodyPr/>
        <a:lstStyle/>
        <a:p>
          <a:endParaRPr lang="en-US">
            <a:latin typeface="Segoe UI" panose="020B0502040204020203" pitchFamily="34" charset="0"/>
            <a:cs typeface="Segoe UI" panose="020B0502040204020203" pitchFamily="34" charset="0"/>
          </a:endParaRPr>
        </a:p>
      </dgm:t>
    </dgm:pt>
    <dgm:pt modelId="{FEE80054-18D5-4F97-B0B9-C906BC693B78}">
      <dgm:prSet/>
      <dgm:spPr/>
      <dgm:t>
        <a:bodyPr/>
        <a:lstStyle/>
        <a:p>
          <a:r>
            <a:rPr lang="en-US" dirty="0">
              <a:latin typeface="Segoe UI" panose="020B0502040204020203" pitchFamily="34" charset="0"/>
              <a:cs typeface="Segoe UI" panose="020B0502040204020203" pitchFamily="34" charset="0"/>
            </a:rPr>
            <a:t>Different regions </a:t>
          </a:r>
        </a:p>
      </dgm:t>
    </dgm:pt>
    <dgm:pt modelId="{65D18D7A-FF54-44AE-A163-4E2372CB5F5B}" type="parTrans" cxnId="{FD986AC7-6509-4504-9810-23630DE5BF54}">
      <dgm:prSet/>
      <dgm:spPr/>
      <dgm:t>
        <a:bodyPr/>
        <a:lstStyle/>
        <a:p>
          <a:endParaRPr lang="en-US">
            <a:latin typeface="Segoe UI" panose="020B0502040204020203" pitchFamily="34" charset="0"/>
            <a:cs typeface="Segoe UI" panose="020B0502040204020203" pitchFamily="34" charset="0"/>
          </a:endParaRPr>
        </a:p>
      </dgm:t>
    </dgm:pt>
    <dgm:pt modelId="{9371B003-2520-4D03-82BC-20BA8C715F99}" type="sibTrans" cxnId="{FD986AC7-6509-4504-9810-23630DE5BF54}">
      <dgm:prSet/>
      <dgm:spPr/>
      <dgm:t>
        <a:bodyPr/>
        <a:lstStyle/>
        <a:p>
          <a:endParaRPr lang="en-US">
            <a:latin typeface="Segoe UI" panose="020B0502040204020203" pitchFamily="34" charset="0"/>
            <a:cs typeface="Segoe UI" panose="020B0502040204020203" pitchFamily="34" charset="0"/>
          </a:endParaRPr>
        </a:p>
      </dgm:t>
    </dgm:pt>
    <dgm:pt modelId="{69B5E987-5C4B-47E0-A597-C757A593F2CB}">
      <dgm:prSet/>
      <dgm:spPr/>
      <dgm:t>
        <a:bodyPr/>
        <a:lstStyle/>
        <a:p>
          <a:r>
            <a:rPr lang="en-US" dirty="0">
              <a:latin typeface="Segoe UI" panose="020B0502040204020203" pitchFamily="34" charset="0"/>
              <a:cs typeface="Segoe UI" panose="020B0502040204020203" pitchFamily="34" charset="0"/>
            </a:rPr>
            <a:t>Geo-Redundant storage (GRS)</a:t>
          </a:r>
        </a:p>
      </dgm:t>
    </dgm:pt>
    <dgm:pt modelId="{C1FFDDBD-8BD7-40FD-8C73-D7A6B2E1C87A}" type="parTrans" cxnId="{C7A0126F-70FC-4848-B803-8580146DCBC1}">
      <dgm:prSet/>
      <dgm:spPr/>
      <dgm:t>
        <a:bodyPr/>
        <a:lstStyle/>
        <a:p>
          <a:endParaRPr lang="en-US">
            <a:latin typeface="Segoe UI" panose="020B0502040204020203" pitchFamily="34" charset="0"/>
            <a:cs typeface="Segoe UI" panose="020B0502040204020203" pitchFamily="34" charset="0"/>
          </a:endParaRPr>
        </a:p>
      </dgm:t>
    </dgm:pt>
    <dgm:pt modelId="{67BFE5CF-0D34-407C-A9EB-822767587939}" type="sibTrans" cxnId="{C7A0126F-70FC-4848-B803-8580146DCBC1}">
      <dgm:prSet/>
      <dgm:spPr/>
      <dgm:t>
        <a:bodyPr/>
        <a:lstStyle/>
        <a:p>
          <a:endParaRPr lang="en-US">
            <a:latin typeface="Segoe UI" panose="020B0502040204020203" pitchFamily="34" charset="0"/>
            <a:cs typeface="Segoe UI" panose="020B0502040204020203" pitchFamily="34" charset="0"/>
          </a:endParaRPr>
        </a:p>
      </dgm:t>
    </dgm:pt>
    <dgm:pt modelId="{5E1524F1-1F1D-4073-8BAB-3EF47EB00B34}">
      <dgm:prSet/>
      <dgm:spPr/>
      <dgm:t>
        <a:bodyPr/>
        <a:lstStyle/>
        <a:p>
          <a:r>
            <a:rPr lang="en-US">
              <a:latin typeface="Segoe UI" panose="020B0502040204020203" pitchFamily="34" charset="0"/>
              <a:cs typeface="Segoe UI" panose="020B0502040204020203" pitchFamily="34" charset="0"/>
            </a:rPr>
            <a:t>Six copies replicated in primary region</a:t>
          </a:r>
        </a:p>
      </dgm:t>
    </dgm:pt>
    <dgm:pt modelId="{414B0997-EF70-419C-AC10-C8F4B24CDE43}" type="parTrans" cxnId="{81400C78-C5AB-4FDD-A4EE-9C92E76F4136}">
      <dgm:prSet/>
      <dgm:spPr/>
      <dgm:t>
        <a:bodyPr/>
        <a:lstStyle/>
        <a:p>
          <a:endParaRPr lang="en-US">
            <a:latin typeface="Segoe UI" panose="020B0502040204020203" pitchFamily="34" charset="0"/>
            <a:cs typeface="Segoe UI" panose="020B0502040204020203" pitchFamily="34" charset="0"/>
          </a:endParaRPr>
        </a:p>
      </dgm:t>
    </dgm:pt>
    <dgm:pt modelId="{8B734AA2-2105-4642-ABA9-5FAF4D5A2375}" type="sibTrans" cxnId="{81400C78-C5AB-4FDD-A4EE-9C92E76F4136}">
      <dgm:prSet/>
      <dgm:spPr/>
      <dgm:t>
        <a:bodyPr/>
        <a:lstStyle/>
        <a:p>
          <a:endParaRPr lang="en-US">
            <a:latin typeface="Segoe UI" panose="020B0502040204020203" pitchFamily="34" charset="0"/>
            <a:cs typeface="Segoe UI" panose="020B0502040204020203" pitchFamily="34" charset="0"/>
          </a:endParaRPr>
        </a:p>
      </dgm:t>
    </dgm:pt>
    <dgm:pt modelId="{035F6459-E8F9-4514-ABB4-8714AF8C2343}">
      <dgm:prSet/>
      <dgm:spPr/>
      <dgm:t>
        <a:bodyPr/>
        <a:lstStyle/>
        <a:p>
          <a:r>
            <a:rPr lang="en-US" dirty="0">
              <a:latin typeface="Segoe UI" panose="020B0502040204020203" pitchFamily="34" charset="0"/>
              <a:cs typeface="Segoe UI" panose="020B0502040204020203" pitchFamily="34" charset="0"/>
            </a:rPr>
            <a:t>3 more copies are replicated in a secondary region</a:t>
          </a:r>
        </a:p>
      </dgm:t>
    </dgm:pt>
    <dgm:pt modelId="{6131FAC8-7591-4BA9-9A45-4923CCEAEDC2}" type="parTrans" cxnId="{60E54CF6-E283-410D-8658-7F59FAEA4546}">
      <dgm:prSet/>
      <dgm:spPr/>
      <dgm:t>
        <a:bodyPr/>
        <a:lstStyle/>
        <a:p>
          <a:endParaRPr lang="en-US">
            <a:latin typeface="Segoe UI" panose="020B0502040204020203" pitchFamily="34" charset="0"/>
            <a:cs typeface="Segoe UI" panose="020B0502040204020203" pitchFamily="34" charset="0"/>
          </a:endParaRPr>
        </a:p>
      </dgm:t>
    </dgm:pt>
    <dgm:pt modelId="{B9E5DE2E-8E45-4BAB-A927-97677A00066A}" type="sibTrans" cxnId="{60E54CF6-E283-410D-8658-7F59FAEA4546}">
      <dgm:prSet/>
      <dgm:spPr/>
      <dgm:t>
        <a:bodyPr/>
        <a:lstStyle/>
        <a:p>
          <a:endParaRPr lang="en-US">
            <a:latin typeface="Segoe UI" panose="020B0502040204020203" pitchFamily="34" charset="0"/>
            <a:cs typeface="Segoe UI" panose="020B0502040204020203" pitchFamily="34" charset="0"/>
          </a:endParaRPr>
        </a:p>
      </dgm:t>
    </dgm:pt>
    <dgm:pt modelId="{EB5724C1-0EBB-437A-BFE6-D41CF6808F45}">
      <dgm:prSet/>
      <dgm:spPr/>
      <dgm:t>
        <a:bodyPr/>
        <a:lstStyle/>
        <a:p>
          <a:r>
            <a:rPr lang="en-US">
              <a:latin typeface="Segoe UI" panose="020B0502040204020203" pitchFamily="34" charset="0"/>
              <a:cs typeface="Segoe UI" panose="020B0502040204020203" pitchFamily="34" charset="0"/>
            </a:rPr>
            <a:t>Read-access geo-redundant storage (RA-GRS)</a:t>
          </a:r>
        </a:p>
      </dgm:t>
    </dgm:pt>
    <dgm:pt modelId="{CF0A5A98-389A-4D5D-BBB7-8DA29D87241C}" type="parTrans" cxnId="{72D6E665-31E9-4B25-831B-339AB9CAFB68}">
      <dgm:prSet/>
      <dgm:spPr/>
      <dgm:t>
        <a:bodyPr/>
        <a:lstStyle/>
        <a:p>
          <a:endParaRPr lang="en-US">
            <a:latin typeface="Segoe UI" panose="020B0502040204020203" pitchFamily="34" charset="0"/>
            <a:cs typeface="Segoe UI" panose="020B0502040204020203" pitchFamily="34" charset="0"/>
          </a:endParaRPr>
        </a:p>
      </dgm:t>
    </dgm:pt>
    <dgm:pt modelId="{1E19E3D8-A607-487D-BFF6-13B3AA91C780}" type="sibTrans" cxnId="{72D6E665-31E9-4B25-831B-339AB9CAFB68}">
      <dgm:prSet/>
      <dgm:spPr/>
      <dgm:t>
        <a:bodyPr/>
        <a:lstStyle/>
        <a:p>
          <a:endParaRPr lang="en-US">
            <a:latin typeface="Segoe UI" panose="020B0502040204020203" pitchFamily="34" charset="0"/>
            <a:cs typeface="Segoe UI" panose="020B0502040204020203" pitchFamily="34" charset="0"/>
          </a:endParaRPr>
        </a:p>
      </dgm:t>
    </dgm:pt>
    <dgm:pt modelId="{695058AB-E075-43DF-84EC-3B0D773AD7D4}">
      <dgm:prSet/>
      <dgm:spPr/>
      <dgm:t>
        <a:bodyPr/>
        <a:lstStyle/>
        <a:p>
          <a:r>
            <a:rPr lang="en-US" dirty="0">
              <a:latin typeface="Segoe UI" panose="020B0502040204020203" pitchFamily="34" charset="0"/>
              <a:cs typeface="Segoe UI" panose="020B0502040204020203" pitchFamily="34" charset="0"/>
            </a:rPr>
            <a:t>Secondary replica is provided for read-only access </a:t>
          </a:r>
        </a:p>
      </dgm:t>
    </dgm:pt>
    <dgm:pt modelId="{BD1AE904-8D76-46AF-8CF6-42B31E4997EE}" type="parTrans" cxnId="{472740B9-EAA9-4B4B-AC59-B329FD33836B}">
      <dgm:prSet/>
      <dgm:spPr/>
      <dgm:t>
        <a:bodyPr/>
        <a:lstStyle/>
        <a:p>
          <a:endParaRPr lang="en-US">
            <a:latin typeface="Segoe UI" panose="020B0502040204020203" pitchFamily="34" charset="0"/>
            <a:cs typeface="Segoe UI" panose="020B0502040204020203" pitchFamily="34" charset="0"/>
          </a:endParaRPr>
        </a:p>
      </dgm:t>
    </dgm:pt>
    <dgm:pt modelId="{35187389-817C-4D7F-BBA8-C543CB7D191F}" type="sibTrans" cxnId="{472740B9-EAA9-4B4B-AC59-B329FD33836B}">
      <dgm:prSet/>
      <dgm:spPr/>
      <dgm:t>
        <a:bodyPr/>
        <a:lstStyle/>
        <a:p>
          <a:endParaRPr lang="en-US">
            <a:latin typeface="Segoe UI" panose="020B0502040204020203" pitchFamily="34" charset="0"/>
            <a:cs typeface="Segoe UI" panose="020B0502040204020203" pitchFamily="34" charset="0"/>
          </a:endParaRPr>
        </a:p>
      </dgm:t>
    </dgm:pt>
    <dgm:pt modelId="{E7899C08-FD2C-413E-92B9-E2C5E2EDB896}">
      <dgm:prSet/>
      <dgm:spPr/>
      <dgm:t>
        <a:bodyPr/>
        <a:lstStyle/>
        <a:p>
          <a:r>
            <a:rPr lang="en-US" dirty="0" smtClean="0">
              <a:latin typeface="Segoe UI" panose="020B0502040204020203" pitchFamily="34" charset="0"/>
              <a:cs typeface="Segoe UI" panose="020B0502040204020203" pitchFamily="34" charset="0"/>
            </a:rPr>
            <a:t>Across two regions, three copies each. </a:t>
          </a:r>
          <a:endParaRPr lang="en-US" dirty="0">
            <a:latin typeface="Segoe UI" panose="020B0502040204020203" pitchFamily="34" charset="0"/>
            <a:cs typeface="Segoe UI" panose="020B0502040204020203" pitchFamily="34" charset="0"/>
          </a:endParaRPr>
        </a:p>
      </dgm:t>
    </dgm:pt>
    <dgm:pt modelId="{1EA989DF-1ECC-4F95-B8D4-538B0D0CE931}" type="parTrans" cxnId="{404CEDF1-5F7E-40E3-A7B8-C1E7ACC99B25}">
      <dgm:prSet/>
      <dgm:spPr/>
      <dgm:t>
        <a:bodyPr/>
        <a:lstStyle/>
        <a:p>
          <a:endParaRPr lang="en-US">
            <a:latin typeface="Segoe UI" panose="020B0502040204020203" pitchFamily="34" charset="0"/>
            <a:cs typeface="Segoe UI" panose="020B0502040204020203" pitchFamily="34" charset="0"/>
          </a:endParaRPr>
        </a:p>
      </dgm:t>
    </dgm:pt>
    <dgm:pt modelId="{4E3C3B94-89EC-4766-BE87-27D7AB2F7402}" type="sibTrans" cxnId="{404CEDF1-5F7E-40E3-A7B8-C1E7ACC99B25}">
      <dgm:prSet/>
      <dgm:spPr/>
      <dgm:t>
        <a:bodyPr/>
        <a:lstStyle/>
        <a:p>
          <a:endParaRPr lang="en-US">
            <a:latin typeface="Segoe UI" panose="020B0502040204020203" pitchFamily="34" charset="0"/>
            <a:cs typeface="Segoe UI" panose="020B0502040204020203" pitchFamily="34" charset="0"/>
          </a:endParaRPr>
        </a:p>
      </dgm:t>
    </dgm:pt>
    <dgm:pt modelId="{E4AB73E0-5CDE-49E6-938B-58E741CD60A7}" type="pres">
      <dgm:prSet presAssocID="{8443362E-2C91-40C4-A123-09F38874C635}" presName="linear" presStyleCnt="0">
        <dgm:presLayoutVars>
          <dgm:animLvl val="lvl"/>
          <dgm:resizeHandles val="exact"/>
        </dgm:presLayoutVars>
      </dgm:prSet>
      <dgm:spPr/>
      <dgm:t>
        <a:bodyPr/>
        <a:lstStyle/>
        <a:p>
          <a:endParaRPr lang="en-US"/>
        </a:p>
      </dgm:t>
    </dgm:pt>
    <dgm:pt modelId="{735E6C13-693C-418E-85F7-110CA63A17C8}" type="pres">
      <dgm:prSet presAssocID="{23607DAF-BCC4-4F3F-9C57-FAB3A360649C}" presName="parentText" presStyleLbl="node1" presStyleIdx="0" presStyleCnt="4">
        <dgm:presLayoutVars>
          <dgm:chMax val="0"/>
          <dgm:bulletEnabled val="1"/>
        </dgm:presLayoutVars>
      </dgm:prSet>
      <dgm:spPr/>
      <dgm:t>
        <a:bodyPr/>
        <a:lstStyle/>
        <a:p>
          <a:endParaRPr lang="en-US"/>
        </a:p>
      </dgm:t>
    </dgm:pt>
    <dgm:pt modelId="{C8D5B44D-AD73-4077-97BF-DDB9BE175081}" type="pres">
      <dgm:prSet presAssocID="{23607DAF-BCC4-4F3F-9C57-FAB3A360649C}" presName="childText" presStyleLbl="revTx" presStyleIdx="0" presStyleCnt="4">
        <dgm:presLayoutVars>
          <dgm:bulletEnabled val="1"/>
        </dgm:presLayoutVars>
      </dgm:prSet>
      <dgm:spPr/>
      <dgm:t>
        <a:bodyPr/>
        <a:lstStyle/>
        <a:p>
          <a:endParaRPr lang="en-US"/>
        </a:p>
      </dgm:t>
    </dgm:pt>
    <dgm:pt modelId="{B47B6A68-2252-4FFE-8937-9B477E60AEA5}" type="pres">
      <dgm:prSet presAssocID="{9504E666-8CAC-43C5-886F-23798368C4CB}" presName="parentText" presStyleLbl="node1" presStyleIdx="1" presStyleCnt="4">
        <dgm:presLayoutVars>
          <dgm:chMax val="0"/>
          <dgm:bulletEnabled val="1"/>
        </dgm:presLayoutVars>
      </dgm:prSet>
      <dgm:spPr/>
      <dgm:t>
        <a:bodyPr/>
        <a:lstStyle/>
        <a:p>
          <a:endParaRPr lang="en-US"/>
        </a:p>
      </dgm:t>
    </dgm:pt>
    <dgm:pt modelId="{64B5CE5E-1535-47A8-997B-35EF0593A42E}" type="pres">
      <dgm:prSet presAssocID="{9504E666-8CAC-43C5-886F-23798368C4CB}" presName="childText" presStyleLbl="revTx" presStyleIdx="1" presStyleCnt="4">
        <dgm:presLayoutVars>
          <dgm:bulletEnabled val="1"/>
        </dgm:presLayoutVars>
      </dgm:prSet>
      <dgm:spPr/>
      <dgm:t>
        <a:bodyPr/>
        <a:lstStyle/>
        <a:p>
          <a:endParaRPr lang="en-US"/>
        </a:p>
      </dgm:t>
    </dgm:pt>
    <dgm:pt modelId="{9799D2AC-552A-4927-9C98-BB3B153B3AD7}" type="pres">
      <dgm:prSet presAssocID="{69B5E987-5C4B-47E0-A597-C757A593F2CB}" presName="parentText" presStyleLbl="node1" presStyleIdx="2" presStyleCnt="4">
        <dgm:presLayoutVars>
          <dgm:chMax val="0"/>
          <dgm:bulletEnabled val="1"/>
        </dgm:presLayoutVars>
      </dgm:prSet>
      <dgm:spPr/>
      <dgm:t>
        <a:bodyPr/>
        <a:lstStyle/>
        <a:p>
          <a:endParaRPr lang="en-US"/>
        </a:p>
      </dgm:t>
    </dgm:pt>
    <dgm:pt modelId="{7E8C2CE5-D431-4B60-A157-AABFCDC07736}" type="pres">
      <dgm:prSet presAssocID="{69B5E987-5C4B-47E0-A597-C757A593F2CB}" presName="childText" presStyleLbl="revTx" presStyleIdx="2" presStyleCnt="4">
        <dgm:presLayoutVars>
          <dgm:bulletEnabled val="1"/>
        </dgm:presLayoutVars>
      </dgm:prSet>
      <dgm:spPr/>
      <dgm:t>
        <a:bodyPr/>
        <a:lstStyle/>
        <a:p>
          <a:endParaRPr lang="en-US"/>
        </a:p>
      </dgm:t>
    </dgm:pt>
    <dgm:pt modelId="{364F56A5-D9AB-4CD2-ABF5-FC3140A9B447}" type="pres">
      <dgm:prSet presAssocID="{EB5724C1-0EBB-437A-BFE6-D41CF6808F45}" presName="parentText" presStyleLbl="node1" presStyleIdx="3" presStyleCnt="4">
        <dgm:presLayoutVars>
          <dgm:chMax val="0"/>
          <dgm:bulletEnabled val="1"/>
        </dgm:presLayoutVars>
      </dgm:prSet>
      <dgm:spPr/>
      <dgm:t>
        <a:bodyPr/>
        <a:lstStyle/>
        <a:p>
          <a:endParaRPr lang="en-US"/>
        </a:p>
      </dgm:t>
    </dgm:pt>
    <dgm:pt modelId="{44E1A21D-2E89-478E-8A7A-28FFD8546017}" type="pres">
      <dgm:prSet presAssocID="{EB5724C1-0EBB-437A-BFE6-D41CF6808F45}" presName="childText" presStyleLbl="revTx" presStyleIdx="3" presStyleCnt="4">
        <dgm:presLayoutVars>
          <dgm:bulletEnabled val="1"/>
        </dgm:presLayoutVars>
      </dgm:prSet>
      <dgm:spPr/>
      <dgm:t>
        <a:bodyPr/>
        <a:lstStyle/>
        <a:p>
          <a:endParaRPr lang="en-US"/>
        </a:p>
      </dgm:t>
    </dgm:pt>
  </dgm:ptLst>
  <dgm:cxnLst>
    <dgm:cxn modelId="{758ECC83-9D6E-4D5D-A167-FCE72F47C2A2}" srcId="{23607DAF-BCC4-4F3F-9C57-FAB3A360649C}" destId="{A14DC635-E9F1-498B-B578-3308FF7E4695}" srcOrd="0" destOrd="0" parTransId="{E7D43C04-0BD3-4016-A122-632D4DF7460D}" sibTransId="{DD5C5CCB-0383-45BF-9FF0-A733F795397E}"/>
    <dgm:cxn modelId="{A31CB283-3938-4038-BC7F-AACB763B9D28}" type="presOf" srcId="{B5932CAF-05CE-4A30-BD66-3A4B25766C47}" destId="{64B5CE5E-1535-47A8-997B-35EF0593A42E}" srcOrd="0" destOrd="1" presId="urn:microsoft.com/office/officeart/2005/8/layout/vList2"/>
    <dgm:cxn modelId="{103C2303-5A2D-4055-888F-2FCE427CF1C6}" srcId="{9504E666-8CAC-43C5-886F-23798368C4CB}" destId="{B5932CAF-05CE-4A30-BD66-3A4B25766C47}" srcOrd="1" destOrd="0" parTransId="{5EC59C75-2EC2-47CC-918D-0A34C9AB6378}" sibTransId="{22A1B7DE-004C-45E3-A759-A138D81E04C8}"/>
    <dgm:cxn modelId="{F55E3896-0D53-4C0F-B6B3-2375FA352231}" type="presOf" srcId="{5E1524F1-1F1D-4073-8BAB-3EF47EB00B34}" destId="{7E8C2CE5-D431-4B60-A157-AABFCDC07736}" srcOrd="0" destOrd="0" presId="urn:microsoft.com/office/officeart/2005/8/layout/vList2"/>
    <dgm:cxn modelId="{F9CF5D6D-1CB2-4DF4-B84D-9A7CAADA0122}" type="presOf" srcId="{8443362E-2C91-40C4-A123-09F38874C635}" destId="{E4AB73E0-5CDE-49E6-938B-58E741CD60A7}" srcOrd="0" destOrd="0" presId="urn:microsoft.com/office/officeart/2005/8/layout/vList2"/>
    <dgm:cxn modelId="{81400C78-C5AB-4FDD-A4EE-9C92E76F4136}" srcId="{69B5E987-5C4B-47E0-A597-C757A593F2CB}" destId="{5E1524F1-1F1D-4073-8BAB-3EF47EB00B34}" srcOrd="0" destOrd="0" parTransId="{414B0997-EF70-419C-AC10-C8F4B24CDE43}" sibTransId="{8B734AA2-2105-4642-ABA9-5FAF4D5A2375}"/>
    <dgm:cxn modelId="{5083D6D6-115D-4ED1-8EEF-3F2DB6EB0B2C}" type="presOf" srcId="{BA3AC941-D69A-46B1-BA02-5D8595048781}" destId="{64B5CE5E-1535-47A8-997B-35EF0593A42E}" srcOrd="0" destOrd="0" presId="urn:microsoft.com/office/officeart/2005/8/layout/vList2"/>
    <dgm:cxn modelId="{CD91A0E9-3EF1-46A5-A2C8-AD94797BBB74}" srcId="{8443362E-2C91-40C4-A123-09F38874C635}" destId="{9504E666-8CAC-43C5-886F-23798368C4CB}" srcOrd="1" destOrd="0" parTransId="{77441D83-F862-4BB6-AEC6-0446693ADE8F}" sibTransId="{075AFD8E-564A-4D97-A39F-A77A937A7BA7}"/>
    <dgm:cxn modelId="{72D6E665-31E9-4B25-831B-339AB9CAFB68}" srcId="{8443362E-2C91-40C4-A123-09F38874C635}" destId="{EB5724C1-0EBB-437A-BFE6-D41CF6808F45}" srcOrd="3" destOrd="0" parTransId="{CF0A5A98-389A-4D5D-BBB7-8DA29D87241C}" sibTransId="{1E19E3D8-A607-487D-BFF6-13B3AA91C780}"/>
    <dgm:cxn modelId="{FA292904-F9CD-451B-B1F0-6A27FF174522}" type="presOf" srcId="{9504E666-8CAC-43C5-886F-23798368C4CB}" destId="{B47B6A68-2252-4FFE-8937-9B477E60AEA5}" srcOrd="0" destOrd="0" presId="urn:microsoft.com/office/officeart/2005/8/layout/vList2"/>
    <dgm:cxn modelId="{3970D0E6-5D28-4D49-B8F7-663193325B25}" type="presOf" srcId="{E7899C08-FD2C-413E-92B9-E2C5E2EDB896}" destId="{44E1A21D-2E89-478E-8A7A-28FFD8546017}" srcOrd="0" destOrd="1" presId="urn:microsoft.com/office/officeart/2005/8/layout/vList2"/>
    <dgm:cxn modelId="{FC9C613E-8790-49F2-9DF5-67DEF422DB7C}" type="presOf" srcId="{035F6459-E8F9-4514-ABB4-8714AF8C2343}" destId="{7E8C2CE5-D431-4B60-A157-AABFCDC07736}" srcOrd="0" destOrd="1" presId="urn:microsoft.com/office/officeart/2005/8/layout/vList2"/>
    <dgm:cxn modelId="{C7A0126F-70FC-4848-B803-8580146DCBC1}" srcId="{8443362E-2C91-40C4-A123-09F38874C635}" destId="{69B5E987-5C4B-47E0-A597-C757A593F2CB}" srcOrd="2" destOrd="0" parTransId="{C1FFDDBD-8BD7-40FD-8C73-D7A6B2E1C87A}" sibTransId="{67BFE5CF-0D34-407C-A9EB-822767587939}"/>
    <dgm:cxn modelId="{667D7F50-19E9-4E4B-935F-322825013ADD}" srcId="{9504E666-8CAC-43C5-886F-23798368C4CB}" destId="{BA3AC941-D69A-46B1-BA02-5D8595048781}" srcOrd="0" destOrd="0" parTransId="{F6FBC74D-1720-4922-8822-E9EBA689F49A}" sibTransId="{AD2DFEC2-5BFA-4BBA-88BB-F60803004351}"/>
    <dgm:cxn modelId="{84B786E7-3254-44A4-995F-D336632A12C2}" type="presOf" srcId="{EB5724C1-0EBB-437A-BFE6-D41CF6808F45}" destId="{364F56A5-D9AB-4CD2-ABF5-FC3140A9B447}" srcOrd="0" destOrd="0" presId="urn:microsoft.com/office/officeart/2005/8/layout/vList2"/>
    <dgm:cxn modelId="{60E54CF6-E283-410D-8658-7F59FAEA4546}" srcId="{69B5E987-5C4B-47E0-A597-C757A593F2CB}" destId="{035F6459-E8F9-4514-ABB4-8714AF8C2343}" srcOrd="1" destOrd="0" parTransId="{6131FAC8-7591-4BA9-9A45-4923CCEAEDC2}" sibTransId="{B9E5DE2E-8E45-4BAB-A927-97677A00066A}"/>
    <dgm:cxn modelId="{046BB4F9-A743-44E5-9F62-2492FE8B3553}" type="presOf" srcId="{FEE80054-18D5-4F97-B0B9-C906BC693B78}" destId="{64B5CE5E-1535-47A8-997B-35EF0593A42E}" srcOrd="0" destOrd="2" presId="urn:microsoft.com/office/officeart/2005/8/layout/vList2"/>
    <dgm:cxn modelId="{AE0E9C55-31DD-4FC9-86C6-7AEA7DD7604D}" srcId="{23607DAF-BCC4-4F3F-9C57-FAB3A360649C}" destId="{E2BE3104-FD56-443B-BFE9-E57D33F8F726}" srcOrd="1" destOrd="0" parTransId="{595EB3AE-02D6-4474-A005-A9A049641E13}" sibTransId="{6F6A4A5C-6948-40FA-9592-6091D1209522}"/>
    <dgm:cxn modelId="{87AD9FDC-7BE7-4303-95F4-87E418B3444E}" type="presOf" srcId="{695058AB-E075-43DF-84EC-3B0D773AD7D4}" destId="{44E1A21D-2E89-478E-8A7A-28FFD8546017}" srcOrd="0" destOrd="0" presId="urn:microsoft.com/office/officeart/2005/8/layout/vList2"/>
    <dgm:cxn modelId="{0B7B7C05-9197-4043-9B65-288E81F974BE}" type="presOf" srcId="{23607DAF-BCC4-4F3F-9C57-FAB3A360649C}" destId="{735E6C13-693C-418E-85F7-110CA63A17C8}" srcOrd="0" destOrd="0" presId="urn:microsoft.com/office/officeart/2005/8/layout/vList2"/>
    <dgm:cxn modelId="{472740B9-EAA9-4B4B-AC59-B329FD33836B}" srcId="{EB5724C1-0EBB-437A-BFE6-D41CF6808F45}" destId="{695058AB-E075-43DF-84EC-3B0D773AD7D4}" srcOrd="0" destOrd="0" parTransId="{BD1AE904-8D76-46AF-8CF6-42B31E4997EE}" sibTransId="{35187389-817C-4D7F-BBA8-C543CB7D191F}"/>
    <dgm:cxn modelId="{404CEDF1-5F7E-40E3-A7B8-C1E7ACC99B25}" srcId="{EB5724C1-0EBB-437A-BFE6-D41CF6808F45}" destId="{E7899C08-FD2C-413E-92B9-E2C5E2EDB896}" srcOrd="1" destOrd="0" parTransId="{1EA989DF-1ECC-4F95-B8D4-538B0D0CE931}" sibTransId="{4E3C3B94-89EC-4766-BE87-27D7AB2F7402}"/>
    <dgm:cxn modelId="{FD986AC7-6509-4504-9810-23630DE5BF54}" srcId="{9504E666-8CAC-43C5-886F-23798368C4CB}" destId="{FEE80054-18D5-4F97-B0B9-C906BC693B78}" srcOrd="2" destOrd="0" parTransId="{65D18D7A-FF54-44AE-A163-4E2372CB5F5B}" sibTransId="{9371B003-2520-4D03-82BC-20BA8C715F99}"/>
    <dgm:cxn modelId="{4641750B-BB22-4742-8A46-14BE38A2B4DF}" type="presOf" srcId="{E2BE3104-FD56-443B-BFE9-E57D33F8F726}" destId="{C8D5B44D-AD73-4077-97BF-DDB9BE175081}" srcOrd="0" destOrd="1" presId="urn:microsoft.com/office/officeart/2005/8/layout/vList2"/>
    <dgm:cxn modelId="{EFBC6598-74DF-481C-A2CA-25A716D71587}" srcId="{8443362E-2C91-40C4-A123-09F38874C635}" destId="{23607DAF-BCC4-4F3F-9C57-FAB3A360649C}" srcOrd="0" destOrd="0" parTransId="{0EDB074B-0E62-4727-BAE7-23633B527609}" sibTransId="{E242A89E-51AE-46B1-8BDD-DA19428BEF02}"/>
    <dgm:cxn modelId="{6FC3F4CB-24EE-4F98-85F9-FA4CEF82DF9D}" type="presOf" srcId="{69B5E987-5C4B-47E0-A597-C757A593F2CB}" destId="{9799D2AC-552A-4927-9C98-BB3B153B3AD7}" srcOrd="0" destOrd="0" presId="urn:microsoft.com/office/officeart/2005/8/layout/vList2"/>
    <dgm:cxn modelId="{7BC320B2-4D0F-41D4-B3AD-D69C5BDB8E52}" type="presOf" srcId="{A14DC635-E9F1-498B-B578-3308FF7E4695}" destId="{C8D5B44D-AD73-4077-97BF-DDB9BE175081}" srcOrd="0" destOrd="0" presId="urn:microsoft.com/office/officeart/2005/8/layout/vList2"/>
    <dgm:cxn modelId="{F60A15BD-4ACE-4406-A176-9A5797B117B7}" type="presParOf" srcId="{E4AB73E0-5CDE-49E6-938B-58E741CD60A7}" destId="{735E6C13-693C-418E-85F7-110CA63A17C8}" srcOrd="0" destOrd="0" presId="urn:microsoft.com/office/officeart/2005/8/layout/vList2"/>
    <dgm:cxn modelId="{2BCBE049-906A-480D-84D4-7F43ADFF2152}" type="presParOf" srcId="{E4AB73E0-5CDE-49E6-938B-58E741CD60A7}" destId="{C8D5B44D-AD73-4077-97BF-DDB9BE175081}" srcOrd="1" destOrd="0" presId="urn:microsoft.com/office/officeart/2005/8/layout/vList2"/>
    <dgm:cxn modelId="{F7D3A313-A482-481B-8645-776FA11F5A04}" type="presParOf" srcId="{E4AB73E0-5CDE-49E6-938B-58E741CD60A7}" destId="{B47B6A68-2252-4FFE-8937-9B477E60AEA5}" srcOrd="2" destOrd="0" presId="urn:microsoft.com/office/officeart/2005/8/layout/vList2"/>
    <dgm:cxn modelId="{9A47F5AC-53AF-4F6A-9CCC-1E58A8C2AF59}" type="presParOf" srcId="{E4AB73E0-5CDE-49E6-938B-58E741CD60A7}" destId="{64B5CE5E-1535-47A8-997B-35EF0593A42E}" srcOrd="3" destOrd="0" presId="urn:microsoft.com/office/officeart/2005/8/layout/vList2"/>
    <dgm:cxn modelId="{5C3F1D3F-1E8C-42AF-ABF4-F527D670C366}" type="presParOf" srcId="{E4AB73E0-5CDE-49E6-938B-58E741CD60A7}" destId="{9799D2AC-552A-4927-9C98-BB3B153B3AD7}" srcOrd="4" destOrd="0" presId="urn:microsoft.com/office/officeart/2005/8/layout/vList2"/>
    <dgm:cxn modelId="{85BA2265-4FF5-40DA-BA0A-734147E895DA}" type="presParOf" srcId="{E4AB73E0-5CDE-49E6-938B-58E741CD60A7}" destId="{7E8C2CE5-D431-4B60-A157-AABFCDC07736}" srcOrd="5" destOrd="0" presId="urn:microsoft.com/office/officeart/2005/8/layout/vList2"/>
    <dgm:cxn modelId="{2C42D0DA-6159-4678-84C8-9AA2845D2B60}" type="presParOf" srcId="{E4AB73E0-5CDE-49E6-938B-58E741CD60A7}" destId="{364F56A5-D9AB-4CD2-ABF5-FC3140A9B447}" srcOrd="6" destOrd="0" presId="urn:microsoft.com/office/officeart/2005/8/layout/vList2"/>
    <dgm:cxn modelId="{796967AB-D466-4550-8085-0107B732CAEF}" type="presParOf" srcId="{E4AB73E0-5CDE-49E6-938B-58E741CD60A7}" destId="{44E1A21D-2E89-478E-8A7A-28FFD8546017}"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5E6C13-693C-418E-85F7-110CA63A17C8}">
      <dsp:nvSpPr>
        <dsp:cNvPr id="0" name=""/>
        <dsp:cNvSpPr/>
      </dsp:nvSpPr>
      <dsp:spPr>
        <a:xfrm>
          <a:off x="0" y="660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kern="1200" dirty="0">
              <a:latin typeface="Segoe UI" panose="020B0502040204020203" pitchFamily="34" charset="0"/>
              <a:cs typeface="Segoe UI" panose="020B0502040204020203" pitchFamily="34" charset="0"/>
            </a:rPr>
            <a:t>Local Redundant Storage (LRS)</a:t>
          </a:r>
        </a:p>
      </dsp:txBody>
      <dsp:txXfrm>
        <a:off x="27644" y="34252"/>
        <a:ext cx="8519549" cy="510992"/>
      </dsp:txXfrm>
    </dsp:sp>
    <dsp:sp modelId="{C8D5B44D-AD73-4077-97BF-DDB9BE175081}">
      <dsp:nvSpPr>
        <dsp:cNvPr id="0" name=""/>
        <dsp:cNvSpPr/>
      </dsp:nvSpPr>
      <dsp:spPr>
        <a:xfrm>
          <a:off x="0" y="57288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smtClean="0">
              <a:latin typeface="Segoe UI" panose="020B0502040204020203" pitchFamily="34" charset="0"/>
              <a:cs typeface="Segoe UI" panose="020B0502040204020203" pitchFamily="34" charset="0"/>
            </a:rPr>
            <a:t>Three copies within a cluster of storage nodes</a:t>
          </a:r>
          <a:endParaRPr lang="en-US" sz="1700" kern="1200" dirty="0">
            <a:latin typeface="Segoe UI" panose="020B0502040204020203" pitchFamily="34" charset="0"/>
            <a:cs typeface="Segoe UI" panose="020B0502040204020203" pitchFamily="34" charset="0"/>
          </a:endParaRPr>
        </a:p>
        <a:p>
          <a:pPr marL="171450" lvl="1" indent="-171450" algn="l" defTabSz="755650">
            <a:lnSpc>
              <a:spcPct val="90000"/>
            </a:lnSpc>
            <a:spcBef>
              <a:spcPct val="0"/>
            </a:spcBef>
            <a:spcAft>
              <a:spcPct val="20000"/>
            </a:spcAft>
            <a:buChar char="••"/>
          </a:pPr>
          <a:r>
            <a:rPr lang="en-US" sz="1700" kern="1200" dirty="0">
              <a:latin typeface="Segoe UI" panose="020B0502040204020203" pitchFamily="34" charset="0"/>
              <a:cs typeface="Segoe UI" panose="020B0502040204020203" pitchFamily="34" charset="0"/>
            </a:rPr>
            <a:t>Protection from hardware failure </a:t>
          </a:r>
        </a:p>
      </dsp:txBody>
      <dsp:txXfrm>
        <a:off x="0" y="572888"/>
        <a:ext cx="8574837" cy="637560"/>
      </dsp:txXfrm>
    </dsp:sp>
    <dsp:sp modelId="{B47B6A68-2252-4FFE-8937-9B477E60AEA5}">
      <dsp:nvSpPr>
        <dsp:cNvPr id="0" name=""/>
        <dsp:cNvSpPr/>
      </dsp:nvSpPr>
      <dsp:spPr>
        <a:xfrm>
          <a:off x="0" y="121044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kern="1200">
              <a:latin typeface="Segoe UI" panose="020B0502040204020203" pitchFamily="34" charset="0"/>
              <a:cs typeface="Segoe UI" panose="020B0502040204020203" pitchFamily="34" charset="0"/>
            </a:rPr>
            <a:t>Zone-redundant storage (LRS)</a:t>
          </a:r>
        </a:p>
      </dsp:txBody>
      <dsp:txXfrm>
        <a:off x="27644" y="1238092"/>
        <a:ext cx="8519549" cy="510992"/>
      </dsp:txXfrm>
    </dsp:sp>
    <dsp:sp modelId="{64B5CE5E-1535-47A8-997B-35EF0593A42E}">
      <dsp:nvSpPr>
        <dsp:cNvPr id="0" name=""/>
        <dsp:cNvSpPr/>
      </dsp:nvSpPr>
      <dsp:spPr>
        <a:xfrm>
          <a:off x="0" y="1776728"/>
          <a:ext cx="8574837" cy="956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Three copies </a:t>
          </a:r>
        </a:p>
        <a:p>
          <a:pPr marL="171450" lvl="1" indent="-171450" algn="l" defTabSz="755650">
            <a:lnSpc>
              <a:spcPct val="90000"/>
            </a:lnSpc>
            <a:spcBef>
              <a:spcPct val="0"/>
            </a:spcBef>
            <a:spcAft>
              <a:spcPct val="20000"/>
            </a:spcAft>
            <a:buChar char="••"/>
          </a:pPr>
          <a:r>
            <a:rPr lang="en-US" sz="1700" kern="1200" dirty="0" smtClean="0">
              <a:latin typeface="Segoe UI" panose="020B0502040204020203" pitchFamily="34" charset="0"/>
              <a:cs typeface="Segoe UI" panose="020B0502040204020203" pitchFamily="34" charset="0"/>
            </a:rPr>
            <a:t>Only BLOB storage</a:t>
          </a:r>
          <a:endParaRPr lang="en-US" sz="1700" kern="1200" dirty="0">
            <a:latin typeface="Segoe UI" panose="020B0502040204020203" pitchFamily="34" charset="0"/>
            <a:cs typeface="Segoe UI" panose="020B0502040204020203" pitchFamily="34" charset="0"/>
          </a:endParaRPr>
        </a:p>
        <a:p>
          <a:pPr marL="171450" lvl="1" indent="-171450" algn="l" defTabSz="755650">
            <a:lnSpc>
              <a:spcPct val="90000"/>
            </a:lnSpc>
            <a:spcBef>
              <a:spcPct val="0"/>
            </a:spcBef>
            <a:spcAft>
              <a:spcPct val="20000"/>
            </a:spcAft>
            <a:buChar char="••"/>
          </a:pPr>
          <a:r>
            <a:rPr lang="en-US" sz="1700" kern="1200" dirty="0">
              <a:latin typeface="Segoe UI" panose="020B0502040204020203" pitchFamily="34" charset="0"/>
              <a:cs typeface="Segoe UI" panose="020B0502040204020203" pitchFamily="34" charset="0"/>
            </a:rPr>
            <a:t>Different regions </a:t>
          </a:r>
        </a:p>
      </dsp:txBody>
      <dsp:txXfrm>
        <a:off x="0" y="1776728"/>
        <a:ext cx="8574837" cy="956340"/>
      </dsp:txXfrm>
    </dsp:sp>
    <dsp:sp modelId="{9799D2AC-552A-4927-9C98-BB3B153B3AD7}">
      <dsp:nvSpPr>
        <dsp:cNvPr id="0" name=""/>
        <dsp:cNvSpPr/>
      </dsp:nvSpPr>
      <dsp:spPr>
        <a:xfrm>
          <a:off x="0" y="273306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kern="1200" dirty="0">
              <a:latin typeface="Segoe UI" panose="020B0502040204020203" pitchFamily="34" charset="0"/>
              <a:cs typeface="Segoe UI" panose="020B0502040204020203" pitchFamily="34" charset="0"/>
            </a:rPr>
            <a:t>Geo-Redundant storage (GRS)</a:t>
          </a:r>
        </a:p>
      </dsp:txBody>
      <dsp:txXfrm>
        <a:off x="27644" y="2760712"/>
        <a:ext cx="8519549" cy="510992"/>
      </dsp:txXfrm>
    </dsp:sp>
    <dsp:sp modelId="{7E8C2CE5-D431-4B60-A157-AABFCDC07736}">
      <dsp:nvSpPr>
        <dsp:cNvPr id="0" name=""/>
        <dsp:cNvSpPr/>
      </dsp:nvSpPr>
      <dsp:spPr>
        <a:xfrm>
          <a:off x="0" y="329934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Six copies replicated in primary region</a:t>
          </a:r>
        </a:p>
        <a:p>
          <a:pPr marL="171450" lvl="1" indent="-171450" algn="l" defTabSz="755650">
            <a:lnSpc>
              <a:spcPct val="90000"/>
            </a:lnSpc>
            <a:spcBef>
              <a:spcPct val="0"/>
            </a:spcBef>
            <a:spcAft>
              <a:spcPct val="20000"/>
            </a:spcAft>
            <a:buChar char="••"/>
          </a:pPr>
          <a:r>
            <a:rPr lang="en-US" sz="1700" kern="1200" dirty="0">
              <a:latin typeface="Segoe UI" panose="020B0502040204020203" pitchFamily="34" charset="0"/>
              <a:cs typeface="Segoe UI" panose="020B0502040204020203" pitchFamily="34" charset="0"/>
            </a:rPr>
            <a:t>3 more copies are replicated in a secondary region</a:t>
          </a:r>
        </a:p>
      </dsp:txBody>
      <dsp:txXfrm>
        <a:off x="0" y="3299348"/>
        <a:ext cx="8574837" cy="637560"/>
      </dsp:txXfrm>
    </dsp:sp>
    <dsp:sp modelId="{364F56A5-D9AB-4CD2-ABF5-FC3140A9B447}">
      <dsp:nvSpPr>
        <dsp:cNvPr id="0" name=""/>
        <dsp:cNvSpPr/>
      </dsp:nvSpPr>
      <dsp:spPr>
        <a:xfrm>
          <a:off x="0" y="393690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kern="1200">
              <a:latin typeface="Segoe UI" panose="020B0502040204020203" pitchFamily="34" charset="0"/>
              <a:cs typeface="Segoe UI" panose="020B0502040204020203" pitchFamily="34" charset="0"/>
            </a:rPr>
            <a:t>Read-access geo-redundant storage (RA-GRS)</a:t>
          </a:r>
        </a:p>
      </dsp:txBody>
      <dsp:txXfrm>
        <a:off x="27644" y="3964552"/>
        <a:ext cx="8519549" cy="510992"/>
      </dsp:txXfrm>
    </dsp:sp>
    <dsp:sp modelId="{44E1A21D-2E89-478E-8A7A-28FFD8546017}">
      <dsp:nvSpPr>
        <dsp:cNvPr id="0" name=""/>
        <dsp:cNvSpPr/>
      </dsp:nvSpPr>
      <dsp:spPr>
        <a:xfrm>
          <a:off x="0" y="450318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latin typeface="Segoe UI" panose="020B0502040204020203" pitchFamily="34" charset="0"/>
              <a:cs typeface="Segoe UI" panose="020B0502040204020203" pitchFamily="34" charset="0"/>
            </a:rPr>
            <a:t>Secondary replica is provided for read-only access </a:t>
          </a:r>
        </a:p>
        <a:p>
          <a:pPr marL="171450" lvl="1" indent="-171450" algn="l" defTabSz="755650">
            <a:lnSpc>
              <a:spcPct val="90000"/>
            </a:lnSpc>
            <a:spcBef>
              <a:spcPct val="0"/>
            </a:spcBef>
            <a:spcAft>
              <a:spcPct val="20000"/>
            </a:spcAft>
            <a:buChar char="••"/>
          </a:pPr>
          <a:r>
            <a:rPr lang="en-US" sz="1700" kern="1200" dirty="0" smtClean="0">
              <a:latin typeface="Segoe UI" panose="020B0502040204020203" pitchFamily="34" charset="0"/>
              <a:cs typeface="Segoe UI" panose="020B0502040204020203" pitchFamily="34" charset="0"/>
            </a:rPr>
            <a:t>Across two regions, three copies each. </a:t>
          </a:r>
          <a:endParaRPr lang="en-US" sz="1700" kern="1200" dirty="0">
            <a:latin typeface="Segoe UI" panose="020B0502040204020203" pitchFamily="34" charset="0"/>
            <a:cs typeface="Segoe UI" panose="020B0502040204020203" pitchFamily="34" charset="0"/>
          </a:endParaRPr>
        </a:p>
      </dsp:txBody>
      <dsp:txXfrm>
        <a:off x="0" y="4503188"/>
        <a:ext cx="8574837" cy="63756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3870CA56-E1F1-4304-993E-F3428D50E66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 xmlns:a16="http://schemas.microsoft.com/office/drawing/2014/main" id="{13D9495E-08B6-4F59-A3F3-9FD12300E1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784404-57E5-4341-9230-5EC072B8C3C5}" type="datetimeFigureOut">
              <a:rPr lang="en-US" smtClean="0"/>
              <a:t>6/17/2018</a:t>
            </a:fld>
            <a:endParaRPr lang="en-US"/>
          </a:p>
        </p:txBody>
      </p:sp>
      <p:sp>
        <p:nvSpPr>
          <p:cNvPr id="4" name="Footer Placeholder 3">
            <a:extLst>
              <a:ext uri="{FF2B5EF4-FFF2-40B4-BE49-F238E27FC236}">
                <a16:creationId xmlns="" xmlns:a16="http://schemas.microsoft.com/office/drawing/2014/main" id="{D110874D-4F40-4590-AD0F-D9901998A1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 xmlns:a16="http://schemas.microsoft.com/office/drawing/2014/main" id="{CEC9182F-5CBD-4D85-8594-DD19B01D8A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07D361-57B1-4BF7-8791-79A35145D1DB}" type="slidenum">
              <a:rPr lang="en-US" smtClean="0"/>
              <a:t>‹#›</a:t>
            </a:fld>
            <a:endParaRPr lang="en-US"/>
          </a:p>
        </p:txBody>
      </p:sp>
    </p:spTree>
    <p:extLst>
      <p:ext uri="{BB962C8B-B14F-4D97-AF65-F5344CB8AC3E}">
        <p14:creationId xmlns:p14="http://schemas.microsoft.com/office/powerpoint/2010/main" val="40912008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33EFA3-31EF-403B-8080-9776000D59FF}" type="datetimeFigureOut">
              <a:rPr lang="en-US" smtClean="0"/>
              <a:t>6/17/2018</a:t>
            </a:fld>
            <a:endParaRPr lang="en-US"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9E9337-0361-41F3-9C17-1F4FFD1214BA}" type="slidenum">
              <a:rPr lang="en-US" smtClean="0"/>
              <a:t>‹#›</a:t>
            </a:fld>
            <a:endParaRPr lang="en-US" dirty="0"/>
          </a:p>
        </p:txBody>
      </p:sp>
    </p:spTree>
    <p:extLst>
      <p:ext uri="{BB962C8B-B14F-4D97-AF65-F5344CB8AC3E}">
        <p14:creationId xmlns:p14="http://schemas.microsoft.com/office/powerpoint/2010/main" val="1316725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azureplatform-dev.azurewebsites.net/Content/release-notes.txt"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Presentation:</a:t>
            </a:r>
            <a:r>
              <a:rPr lang="en-US" sz="1000" b="1" dirty="0">
                <a:effectLst/>
                <a:latin typeface="Arial" panose="020B0604020202020204" pitchFamily="34" charset="0"/>
                <a:ea typeface="Calibri" panose="020F0502020204030204" pitchFamily="34" charset="0"/>
                <a:cs typeface="Times New Roman" panose="02020603050405020304" pitchFamily="18" charset="0"/>
              </a:rPr>
              <a:t> 105 minutes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Lab:</a:t>
            </a:r>
            <a:r>
              <a:rPr lang="en-US" sz="1000" b="1" dirty="0">
                <a:effectLst/>
                <a:latin typeface="Arial" panose="020B0604020202020204" pitchFamily="34" charset="0"/>
                <a:ea typeface="Calibri" panose="020F0502020204030204" pitchFamily="34" charset="0"/>
                <a:cs typeface="Times New Roman" panose="02020603050405020304" pitchFamily="18" charset="0"/>
              </a:rPr>
              <a:t> 50 minutes </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Segoe UI" panose="020B0502040204020203" pitchFamily="34" charset="0"/>
              </a:rPr>
              <a:t>After completing this module, students will be able to:</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Identify suitable workloads for the cloud.</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Identify services and capabilities that Microsoft Azure provides.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Azure portals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Windows PowerShell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Azure Command-Line Interface (CLI)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Describe the primary characteristics of Azure Resource Manager.</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Use Azure services to enhance management and monitoring of Azure.</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Required materials</a:t>
            </a: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To teach this module, you need the Microsoft PowerPoint file</a:t>
            </a:r>
            <a:r>
              <a:rPr lang="en-US" sz="1000" dirty="0">
                <a:effectLst/>
                <a:latin typeface="Arial" panose="020B0604020202020204" pitchFamily="34" charset="0"/>
                <a:ea typeface="Calibri" panose="020F0502020204030204" pitchFamily="34" charset="0"/>
                <a:cs typeface="Segoe UI" panose="020B0502040204020203" pitchFamily="34" charset="0"/>
              </a:rPr>
              <a:t> </a:t>
            </a:r>
            <a:r>
              <a:rPr lang="en-US" sz="1000" b="1" dirty="0">
                <a:effectLst/>
                <a:latin typeface="Arial" panose="020B0604020202020204" pitchFamily="34" charset="0"/>
                <a:ea typeface="Calibri" panose="020F0502020204030204" pitchFamily="34" charset="0"/>
                <a:cs typeface="Times New Roman" panose="02020603050405020304" pitchFamily="18" charset="0"/>
              </a:rPr>
              <a:t>20533D_01.pptx</a:t>
            </a:r>
            <a:r>
              <a:rPr lang="en-US" sz="1000" dirty="0">
                <a:effectLst/>
                <a:latin typeface="Arial" panose="020B0604020202020204" pitchFamily="34" charset="0"/>
                <a:ea typeface="Calibri" panose="020F0502020204030204" pitchFamily="34" charset="0"/>
                <a:cs typeface="Segoe UI" panose="020B0502040204020203" pitchFamily="34" charset="0"/>
              </a:rPr>
              <a:t>.</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b="1" dirty="0">
                <a:effectLst/>
                <a:latin typeface="Arial" panose="020B0604020202020204" pitchFamily="34" charset="0"/>
                <a:ea typeface="Calibri" panose="020F0502020204030204" pitchFamily="34" charset="0"/>
                <a:cs typeface="Times New Roman" panose="02020603050405020304" pitchFamily="18" charset="0"/>
              </a:rPr>
              <a:t>Preparation tasks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To prepare for this module, you should:</a:t>
            </a: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Read all this module’s materials.</a:t>
            </a:r>
            <a:endParaRPr lang="en-US" sz="1000" dirty="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Practice performing the demonstrations and labs.</a:t>
            </a:r>
            <a:endParaRPr lang="en-US" sz="1000" dirty="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Work through the Module Review and Takeaways section to determine how you will use the information to reinforce student learning and promote knowledge transfer to on-the-job performance.</a:t>
            </a:r>
            <a:endParaRPr lang="en-US" sz="1000" dirty="0">
              <a:effectLst/>
              <a:latin typeface="Arial" panose="020B0604020202020204" pitchFamily="34"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As you prepare for this class, it is imperative that you complete the labs yourself. This gives you an understanding of how the labs work, as well as the concepts that each lab covers. This enables you to provide meaningful hints to students who might have issues while working in the labs. Furthermore, it will help guide your lecture to ensure that you discuss the concepts that the labs cover.</a:t>
            </a:r>
          </a:p>
        </p:txBody>
      </p:sp>
      <p:sp>
        <p:nvSpPr>
          <p:cNvPr id="4" name="Slide Number Placeholder 3"/>
          <p:cNvSpPr>
            <a:spLocks noGrp="1"/>
          </p:cNvSpPr>
          <p:nvPr>
            <p:ph type="sldNum" sz="quarter" idx="10"/>
          </p:nvPr>
        </p:nvSpPr>
        <p:spPr/>
        <p:txBody>
          <a:bodyPr/>
          <a:lstStyle/>
          <a:p>
            <a:fld id="{F19E9337-0361-41F3-9C17-1F4FFD1214BA}" type="slidenum">
              <a:rPr lang="en-US" b="0" smtClean="0">
                <a:latin typeface="+mn-lt"/>
              </a:rPr>
              <a:t>1</a:t>
            </a:fld>
            <a:endParaRPr lang="en-US" b="0" dirty="0">
              <a:latin typeface="+mn-lt"/>
            </a:endParaRPr>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000000"/>
                </a:solidFill>
                <a:latin typeface="Arial" panose="020B0604020202020204" pitchFamily="34" charset="0"/>
              </a:rPr>
              <a:t>20533D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336699"/>
                </a:solidFill>
                <a:latin typeface="Arial" panose="020B0604020202020204" pitchFamily="34" charset="0"/>
              </a:rPr>
              <a:t>1: Introduction to Microsoft Azure</a:t>
            </a:r>
          </a:p>
        </p:txBody>
      </p:sp>
    </p:spTree>
    <p:extLst>
      <p:ext uri="{BB962C8B-B14F-4D97-AF65-F5344CB8AC3E}">
        <p14:creationId xmlns:p14="http://schemas.microsoft.com/office/powerpoint/2010/main" val="3043212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r>
              <a:rPr lang="de-DE" sz="1200" b="0" i="0" u="none" strike="noStrike" kern="1200" dirty="0">
                <a:solidFill>
                  <a:schemeClr val="tx1"/>
                </a:solidFill>
                <a:effectLst/>
                <a:latin typeface="+mn-lt"/>
                <a:ea typeface="+mn-ea"/>
                <a:cs typeface="+mn-cs"/>
                <a:hlinkClick r:id="rId3"/>
              </a:rPr>
              <a:t>Preview Version 1.7 (2017-04-20)</a:t>
            </a:r>
            <a:endParaRPr lang="de-DE" dirty="0"/>
          </a:p>
        </p:txBody>
      </p:sp>
      <p:sp>
        <p:nvSpPr>
          <p:cNvPr id="4" name="Slide Number Placeholder 3"/>
          <p:cNvSpPr>
            <a:spLocks noGrp="1"/>
          </p:cNvSpPr>
          <p:nvPr>
            <p:ph type="sldNum" sz="quarter" idx="10"/>
          </p:nvPr>
        </p:nvSpPr>
        <p:spPr/>
        <p:txBody>
          <a:bodyPr/>
          <a:lstStyle/>
          <a:p>
            <a:pPr>
              <a:defRPr/>
            </a:pPr>
            <a:fld id="{BC0D98F3-66B1-4734-AFB3-E657E989C9AD}" type="slidenum">
              <a:rPr lang="de-DE" smtClean="0">
                <a:solidFill>
                  <a:prstClr val="black"/>
                </a:solidFill>
              </a:rPr>
              <a:pPr>
                <a:defRPr/>
              </a:pPr>
              <a:t>2</a:t>
            </a:fld>
            <a:endParaRPr lang="de-DE">
              <a:solidFill>
                <a:prstClr val="black"/>
              </a:solidFill>
            </a:endParaRPr>
          </a:p>
        </p:txBody>
      </p:sp>
    </p:spTree>
    <p:extLst>
      <p:ext uri="{BB962C8B-B14F-4D97-AF65-F5344CB8AC3E}">
        <p14:creationId xmlns:p14="http://schemas.microsoft.com/office/powerpoint/2010/main" val="3059218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a:t>
            </a:fld>
            <a:endParaRPr lang="en-US" dirty="0"/>
          </a:p>
        </p:txBody>
      </p:sp>
    </p:spTree>
    <p:extLst>
      <p:ext uri="{BB962C8B-B14F-4D97-AF65-F5344CB8AC3E}">
        <p14:creationId xmlns:p14="http://schemas.microsoft.com/office/powerpoint/2010/main" val="1100409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a:t>
            </a:fld>
            <a:endParaRPr lang="en-US" dirty="0"/>
          </a:p>
        </p:txBody>
      </p:sp>
    </p:spTree>
    <p:extLst>
      <p:ext uri="{BB962C8B-B14F-4D97-AF65-F5344CB8AC3E}">
        <p14:creationId xmlns:p14="http://schemas.microsoft.com/office/powerpoint/2010/main" val="2619032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5</a:t>
            </a:fld>
            <a:endParaRPr lang="en-US" dirty="0"/>
          </a:p>
        </p:txBody>
      </p:sp>
    </p:spTree>
    <p:extLst>
      <p:ext uri="{BB962C8B-B14F-4D97-AF65-F5344CB8AC3E}">
        <p14:creationId xmlns:p14="http://schemas.microsoft.com/office/powerpoint/2010/main" val="190267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r>
              <a:rPr lang="en-US" dirty="0"/>
              <a:t>Blob Storage – stores unstructured object data , this can be text or binary data </a:t>
            </a:r>
          </a:p>
          <a:p>
            <a:r>
              <a:rPr lang="en-US" dirty="0"/>
              <a:t>Table storage – stores structured datasets, it is a NoSQL key attribute data store </a:t>
            </a:r>
          </a:p>
          <a:p>
            <a:r>
              <a:rPr lang="en-US" dirty="0"/>
              <a:t>Queue Storage – enables communication between segments of cloud services </a:t>
            </a:r>
          </a:p>
          <a:p>
            <a:r>
              <a:rPr lang="en-US" dirty="0"/>
              <a:t>File Storage – uses SMB file share based on SMB 3.0 , this used to provide UNC paths for legacy applications, this made available by using mounted shares </a:t>
            </a:r>
          </a:p>
        </p:txBody>
      </p:sp>
      <p:sp>
        <p:nvSpPr>
          <p:cNvPr id="4" name="Slide Number Placeholder 3"/>
          <p:cNvSpPr>
            <a:spLocks noGrp="1"/>
          </p:cNvSpPr>
          <p:nvPr>
            <p:ph type="sldNum" sz="quarter" idx="10"/>
          </p:nvPr>
        </p:nvSpPr>
        <p:spPr/>
        <p:txBody>
          <a:bodyPr/>
          <a:lstStyle/>
          <a:p>
            <a:fld id="{F19E9337-0361-41F3-9C17-1F4FFD1214BA}" type="slidenum">
              <a:rPr lang="en-US" smtClean="0"/>
              <a:t>6</a:t>
            </a:fld>
            <a:endParaRPr lang="en-US" dirty="0"/>
          </a:p>
        </p:txBody>
      </p:sp>
    </p:spTree>
    <p:extLst>
      <p:ext uri="{BB962C8B-B14F-4D97-AF65-F5344CB8AC3E}">
        <p14:creationId xmlns:p14="http://schemas.microsoft.com/office/powerpoint/2010/main" val="3811805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7</a:t>
            </a:fld>
            <a:endParaRPr lang="en-US" dirty="0"/>
          </a:p>
        </p:txBody>
      </p:sp>
    </p:spTree>
    <p:extLst>
      <p:ext uri="{BB962C8B-B14F-4D97-AF65-F5344CB8AC3E}">
        <p14:creationId xmlns:p14="http://schemas.microsoft.com/office/powerpoint/2010/main" val="1190545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Start </a:t>
            </a:r>
            <a:r>
              <a:rPr lang="en-US" sz="1000" b="1" dirty="0">
                <a:solidFill>
                  <a:srgbClr val="000000"/>
                </a:solidFill>
                <a:effectLst/>
                <a:latin typeface="Arial"/>
                <a:ea typeface="Times New Roman"/>
                <a:cs typeface="Times New Roman"/>
              </a:rPr>
              <a:t>Microsoft Edge</a:t>
            </a:r>
            <a:r>
              <a:rPr lang="en-US" sz="1000" dirty="0">
                <a:solidFill>
                  <a:srgbClr val="000000"/>
                </a:solidFill>
                <a:effectLst/>
                <a:latin typeface="Arial"/>
                <a:ea typeface="Times New Roman"/>
                <a:cs typeface="Times New Roman"/>
              </a:rPr>
              <a:t>, and then browse to the Azure portal. When prompted, sign in by using the Microsoft account that is the Service Administrator of your Azure subscription.</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Create a new storage account with the following settings: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Name: Enter a valid, unique name consisting of between 3 and 24 lower-case characters or digits.</a:t>
            </a: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Deployment model: </a:t>
            </a:r>
            <a:r>
              <a:rPr lang="en-US" sz="1000" b="1" dirty="0">
                <a:effectLst/>
                <a:latin typeface="Arial"/>
                <a:ea typeface="Times New Roman"/>
                <a:cs typeface="Times New Roman"/>
              </a:rPr>
              <a:t>Resource Manager</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Account kind: </a:t>
            </a:r>
            <a:r>
              <a:rPr lang="en-US" sz="1000" b="1" dirty="0">
                <a:effectLst/>
                <a:latin typeface="Arial"/>
                <a:ea typeface="Times New Roman"/>
                <a:cs typeface="Times New Roman"/>
              </a:rPr>
              <a:t>General purpose</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Performance: </a:t>
            </a:r>
            <a:r>
              <a:rPr lang="en-US" sz="1000" b="1" dirty="0">
                <a:effectLst/>
                <a:latin typeface="Arial"/>
                <a:ea typeface="Times New Roman"/>
                <a:cs typeface="Times New Roman"/>
              </a:rPr>
              <a:t>Standard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Replication: </a:t>
            </a:r>
            <a:r>
              <a:rPr lang="en-US" sz="1000" b="1" dirty="0">
                <a:effectLst/>
                <a:latin typeface="Arial"/>
                <a:ea typeface="Times New Roman"/>
                <a:cs typeface="Times New Roman"/>
              </a:rPr>
              <a:t>Locally-redundant storage (LRS)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Secure transfer required: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Subscription: your Azure subscription name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Resource group: create a new resource group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20533D0601-DemoRG</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Location: select the same location you chose when running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Add-20533DEnvironment </a:t>
            </a: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at the beginning of this module.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Pin to dashboard: Clear the check box</a:t>
            </a: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Wait for the storage account to be provisioned. </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In the newly created storage account, create a blob container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demo-container </a:t>
            </a: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with the private access type.</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Use the Azure portal to view the access keys for the storage account.</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E41278-A97F-6B4E-8A96-38954C528C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4475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9</a:t>
            </a:fld>
            <a:endParaRPr lang="en-US" dirty="0"/>
          </a:p>
        </p:txBody>
      </p:sp>
    </p:spTree>
    <p:extLst>
      <p:ext uri="{BB962C8B-B14F-4D97-AF65-F5344CB8AC3E}">
        <p14:creationId xmlns:p14="http://schemas.microsoft.com/office/powerpoint/2010/main" val="793983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Start </a:t>
            </a:r>
            <a:r>
              <a:rPr lang="en-US" sz="1000" b="1" dirty="0">
                <a:solidFill>
                  <a:srgbClr val="000000"/>
                </a:solidFill>
                <a:effectLst/>
                <a:latin typeface="Arial"/>
                <a:ea typeface="Times New Roman"/>
                <a:cs typeface="Times New Roman"/>
              </a:rPr>
              <a:t>Microsoft Edge</a:t>
            </a:r>
            <a:r>
              <a:rPr lang="en-US" sz="1000" dirty="0">
                <a:solidFill>
                  <a:srgbClr val="000000"/>
                </a:solidFill>
                <a:effectLst/>
                <a:latin typeface="Arial"/>
                <a:ea typeface="Times New Roman"/>
                <a:cs typeface="Times New Roman"/>
              </a:rPr>
              <a:t>, and then browse to the Azure portal. When prompted, sign in by using the Microsoft account that is the Service Administrator of your Azure subscription.</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Create a new storage account with the following settings: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Name: Enter a valid, unique name consisting of between 3 and 24 lower-case characters or digits.</a:t>
            </a: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Deployment model: </a:t>
            </a:r>
            <a:r>
              <a:rPr lang="en-US" sz="1000" b="1" dirty="0">
                <a:effectLst/>
                <a:latin typeface="Arial"/>
                <a:ea typeface="Times New Roman"/>
                <a:cs typeface="Times New Roman"/>
              </a:rPr>
              <a:t>Resource Manager</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Account kind: </a:t>
            </a:r>
            <a:r>
              <a:rPr lang="en-US" sz="1000" b="1" dirty="0">
                <a:effectLst/>
                <a:latin typeface="Arial"/>
                <a:ea typeface="Times New Roman"/>
                <a:cs typeface="Times New Roman"/>
              </a:rPr>
              <a:t>General purpose</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Performance: </a:t>
            </a:r>
            <a:r>
              <a:rPr lang="en-US" sz="1000" b="1" dirty="0">
                <a:effectLst/>
                <a:latin typeface="Arial"/>
                <a:ea typeface="Times New Roman"/>
                <a:cs typeface="Times New Roman"/>
              </a:rPr>
              <a:t>Standard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Replication: </a:t>
            </a:r>
            <a:r>
              <a:rPr lang="en-US" sz="1000" b="1" dirty="0">
                <a:effectLst/>
                <a:latin typeface="Arial"/>
                <a:ea typeface="Times New Roman"/>
                <a:cs typeface="Times New Roman"/>
              </a:rPr>
              <a:t>Locally-redundant storage (LRS)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Secure transfer required: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Subscription: your Azure subscription name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Resource group: create a new resource group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20533D0601-DemoRG</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Location: select the same location you chose when running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Add-20533DEnvironment </a:t>
            </a: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at the beginning of this module.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Pin to dashboard: Clear the check box</a:t>
            </a: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Wait for the storage account to be provisioned. </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In the newly created storage account, create a blob container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demo-container </a:t>
            </a: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with the private access type.</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Use the Azure portal to view the access keys for the storage account.</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E41278-A97F-6B4E-8A96-38954C528C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81807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A user (Alice) requests a file (also called an asset) using a URL with a special domain name, such as &lt;</a:t>
            </a:r>
            <a:r>
              <a:rPr lang="en-US" b="0" i="0" u="none" strike="noStrike" dirty="0" err="1">
                <a:solidFill>
                  <a:srgbClr val="000000"/>
                </a:solidFill>
                <a:effectLst/>
                <a:latin typeface="Segoe UI" panose="020B0502040204020203" pitchFamily="34" charset="0"/>
                <a:cs typeface="Segoe UI" panose="020B0502040204020203" pitchFamily="34" charset="0"/>
              </a:rPr>
              <a:t>endpointname</a:t>
            </a:r>
            <a:r>
              <a:rPr lang="en-US" b="0" i="0" u="none" strike="noStrike" dirty="0">
                <a:solidFill>
                  <a:srgbClr val="000000"/>
                </a:solidFill>
                <a:effectLst/>
                <a:latin typeface="Segoe UI" panose="020B0502040204020203" pitchFamily="34" charset="0"/>
                <a:cs typeface="Segoe UI" panose="020B0502040204020203" pitchFamily="34" charset="0"/>
              </a:rPr>
              <a:t>&gt;.azureedge.net. DNS routes the request to the best performing Point-of-Presence (POP) location, which is usually the POP that is geographically closest to the user.</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If the edge servers in the POP do not have the file in their cache, the edge server requests the file from the origin. The origin can be an Azure Web App, Azure Cloud Service, Azure Storage account, or any publicly accessible web server.</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The origin returns the file to the edge server, including optional HTTP headers describing the file's Time-to-Live (TTL).</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The edge server caches the file and returns the file to the original requestor (Alice). The file remains cached on the edge server until the TTL expires. If the origin didn't specify a TTL, the default TTL is seven days.</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Additional users may then request the same file using that same URL, and may also be directed to that same POP.</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If the TTL for the file hasn't expired, the edge server returns the file from the cache. This process results in a faster, more responsive user experience.</a:t>
            </a:r>
          </a:p>
          <a:p>
            <a:endParaRPr lang="en-US" dirty="0">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10"/>
          </p:nvPr>
        </p:nvSpPr>
        <p:spPr/>
        <p:txBody>
          <a:bodyPr/>
          <a:lstStyle/>
          <a:p>
            <a:fld id="{F19E9337-0361-41F3-9C17-1F4FFD1214BA}" type="slidenum">
              <a:rPr lang="en-US" smtClean="0"/>
              <a:t>23</a:t>
            </a:fld>
            <a:endParaRPr lang="en-US" dirty="0"/>
          </a:p>
        </p:txBody>
      </p:sp>
    </p:spTree>
    <p:extLst>
      <p:ext uri="{BB962C8B-B14F-4D97-AF65-F5344CB8AC3E}">
        <p14:creationId xmlns:p14="http://schemas.microsoft.com/office/powerpoint/2010/main" val="14931238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24</a:t>
            </a:fld>
            <a:endParaRPr lang="en-US" dirty="0"/>
          </a:p>
        </p:txBody>
      </p:sp>
    </p:spTree>
    <p:extLst>
      <p:ext uri="{BB962C8B-B14F-4D97-AF65-F5344CB8AC3E}">
        <p14:creationId xmlns:p14="http://schemas.microsoft.com/office/powerpoint/2010/main" val="8058345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25</a:t>
            </a:fld>
            <a:endParaRPr lang="en-US" dirty="0"/>
          </a:p>
        </p:txBody>
      </p:sp>
    </p:spTree>
    <p:extLst>
      <p:ext uri="{BB962C8B-B14F-4D97-AF65-F5344CB8AC3E}">
        <p14:creationId xmlns:p14="http://schemas.microsoft.com/office/powerpoint/2010/main" val="1739143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28</a:t>
            </a:fld>
            <a:endParaRPr lang="en-US" dirty="0"/>
          </a:p>
        </p:txBody>
      </p:sp>
    </p:spTree>
    <p:extLst>
      <p:ext uri="{BB962C8B-B14F-4D97-AF65-F5344CB8AC3E}">
        <p14:creationId xmlns:p14="http://schemas.microsoft.com/office/powerpoint/2010/main" val="42526564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Start </a:t>
            </a:r>
            <a:r>
              <a:rPr lang="en-US" sz="1000" b="1" dirty="0">
                <a:solidFill>
                  <a:srgbClr val="000000"/>
                </a:solidFill>
                <a:effectLst/>
                <a:latin typeface="Arial"/>
                <a:ea typeface="Times New Roman"/>
                <a:cs typeface="Times New Roman"/>
              </a:rPr>
              <a:t>Microsoft Edge</a:t>
            </a:r>
            <a:r>
              <a:rPr lang="en-US" sz="1000" dirty="0">
                <a:solidFill>
                  <a:srgbClr val="000000"/>
                </a:solidFill>
                <a:effectLst/>
                <a:latin typeface="Arial"/>
                <a:ea typeface="Times New Roman"/>
                <a:cs typeface="Times New Roman"/>
              </a:rPr>
              <a:t>, and then browse to the Azure portal. When prompted, sign in by using the Microsoft account that is the Service Administrator of your Azure subscription.</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Create a new storage account with the following settings: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Name: Enter a valid, unique name consisting of between 3 and 24 lower-case characters or digits.</a:t>
            </a: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Deployment model: </a:t>
            </a:r>
            <a:r>
              <a:rPr lang="en-US" sz="1000" b="1" dirty="0">
                <a:effectLst/>
                <a:latin typeface="Arial"/>
                <a:ea typeface="Times New Roman"/>
                <a:cs typeface="Times New Roman"/>
              </a:rPr>
              <a:t>Resource Manager</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Account kind: </a:t>
            </a:r>
            <a:r>
              <a:rPr lang="en-US" sz="1000" b="1" dirty="0">
                <a:effectLst/>
                <a:latin typeface="Arial"/>
                <a:ea typeface="Times New Roman"/>
                <a:cs typeface="Times New Roman"/>
              </a:rPr>
              <a:t>General purpose</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Performance: </a:t>
            </a:r>
            <a:r>
              <a:rPr lang="en-US" sz="1000" b="1" dirty="0">
                <a:effectLst/>
                <a:latin typeface="Arial"/>
                <a:ea typeface="Times New Roman"/>
                <a:cs typeface="Times New Roman"/>
              </a:rPr>
              <a:t>Standard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Replication: </a:t>
            </a:r>
            <a:r>
              <a:rPr lang="en-US" sz="1000" b="1" dirty="0">
                <a:effectLst/>
                <a:latin typeface="Arial"/>
                <a:ea typeface="Times New Roman"/>
                <a:cs typeface="Times New Roman"/>
              </a:rPr>
              <a:t>Locally-redundant storage (LRS)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Secure transfer required: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Subscription: your Azure subscription name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Resource group: create a new resource group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20533D0601-DemoRG</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Location: select the same location you chose when running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Add-20533DEnvironment </a:t>
            </a: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at the beginning of this module.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Pin to dashboard: Clear the check box</a:t>
            </a: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Wait for the storage account to be provisioned. </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In the newly created storage account, create a blob container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demo-container </a:t>
            </a: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with the private access type.</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Use the Azure portal to view the access keys for the storage account.</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pPr fontAlgn="auto">
              <a:spcBef>
                <a:spcPts val="0"/>
              </a:spcBef>
              <a:spcAft>
                <a:spcPts val="0"/>
              </a:spcAft>
              <a:defRPr/>
            </a:pPr>
            <a:fld id="{88E41278-A97F-6B4E-8A96-38954C528C7E}" type="slidenum">
              <a:rPr lang="en-US" b="0" smtClean="0">
                <a:solidFill>
                  <a:prstClr val="black"/>
                </a:solidFill>
                <a:latin typeface="Calibri" panose="020F0502020204030204"/>
              </a:rPr>
              <a:pPr fontAlgn="auto">
                <a:spcBef>
                  <a:spcPts val="0"/>
                </a:spcBef>
                <a:spcAft>
                  <a:spcPts val="0"/>
                </a:spcAft>
                <a:defRPr/>
              </a:pPr>
              <a:t>31</a:t>
            </a:fld>
            <a:endParaRPr lang="en-US" b="0">
              <a:solidFill>
                <a:prstClr val="black"/>
              </a:solidFill>
              <a:latin typeface="Calibri" panose="020F0502020204030204"/>
            </a:endParaRPr>
          </a:p>
        </p:txBody>
      </p:sp>
    </p:spTree>
    <p:extLst>
      <p:ext uri="{BB962C8B-B14F-4D97-AF65-F5344CB8AC3E}">
        <p14:creationId xmlns:p14="http://schemas.microsoft.com/office/powerpoint/2010/main" val="40788455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32</a:t>
            </a:fld>
            <a:endParaRPr lang="en-US" dirty="0"/>
          </a:p>
        </p:txBody>
      </p:sp>
    </p:spTree>
    <p:extLst>
      <p:ext uri="{BB962C8B-B14F-4D97-AF65-F5344CB8AC3E}">
        <p14:creationId xmlns:p14="http://schemas.microsoft.com/office/powerpoint/2010/main" val="16150134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Start </a:t>
            </a:r>
            <a:r>
              <a:rPr lang="en-US" sz="1000" b="1" dirty="0">
                <a:solidFill>
                  <a:srgbClr val="000000"/>
                </a:solidFill>
                <a:effectLst/>
                <a:latin typeface="Arial"/>
                <a:ea typeface="Times New Roman"/>
                <a:cs typeface="Times New Roman"/>
              </a:rPr>
              <a:t>Microsoft Edge</a:t>
            </a:r>
            <a:r>
              <a:rPr lang="en-US" sz="1000" dirty="0">
                <a:solidFill>
                  <a:srgbClr val="000000"/>
                </a:solidFill>
                <a:effectLst/>
                <a:latin typeface="Arial"/>
                <a:ea typeface="Times New Roman"/>
                <a:cs typeface="Times New Roman"/>
              </a:rPr>
              <a:t>, and then browse to the Azure portal. When prompted, sign in by using the Microsoft account that is the Service Administrator of your Azure subscription.</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Create a new storage account with the following settings: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Name: Enter a valid, unique name consisting of between 3 and 24 lower-case characters or digits.</a:t>
            </a: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Deployment model: </a:t>
            </a:r>
            <a:r>
              <a:rPr lang="en-US" sz="1000" b="1" dirty="0">
                <a:effectLst/>
                <a:latin typeface="Arial"/>
                <a:ea typeface="Times New Roman"/>
                <a:cs typeface="Times New Roman"/>
              </a:rPr>
              <a:t>Resource Manager</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Account kind: </a:t>
            </a:r>
            <a:r>
              <a:rPr lang="en-US" sz="1000" b="1" dirty="0">
                <a:effectLst/>
                <a:latin typeface="Arial"/>
                <a:ea typeface="Times New Roman"/>
                <a:cs typeface="Times New Roman"/>
              </a:rPr>
              <a:t>General purpose</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Performance: </a:t>
            </a:r>
            <a:r>
              <a:rPr lang="en-US" sz="1000" b="1" dirty="0">
                <a:effectLst/>
                <a:latin typeface="Arial"/>
                <a:ea typeface="Times New Roman"/>
                <a:cs typeface="Times New Roman"/>
              </a:rPr>
              <a:t>Standard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Replication: </a:t>
            </a:r>
            <a:r>
              <a:rPr lang="en-US" sz="1000" b="1" dirty="0">
                <a:effectLst/>
                <a:latin typeface="Arial"/>
                <a:ea typeface="Times New Roman"/>
                <a:cs typeface="Times New Roman"/>
              </a:rPr>
              <a:t>Locally-redundant storage (LRS)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Secure transfer required: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Subscription: your Azure subscription name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Resource group: create a new resource group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20533D0601-DemoRG</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Location: select the same location you chose when running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Add-20533DEnvironment </a:t>
            </a: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at the beginning of this module.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Pin to dashboard: Clear the check box</a:t>
            </a: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Wait for the storage account to be provisioned. </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In the newly created storage account, create a blob container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demo-container </a:t>
            </a: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with the private access type.</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Use the Azure portal to view the access keys for the storage account.</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E41278-A97F-6B4E-8A96-38954C528C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96382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37</a:t>
            </a:fld>
            <a:endParaRPr lang="en-US" dirty="0"/>
          </a:p>
        </p:txBody>
      </p:sp>
    </p:spTree>
    <p:extLst>
      <p:ext uri="{BB962C8B-B14F-4D97-AF65-F5344CB8AC3E}">
        <p14:creationId xmlns:p14="http://schemas.microsoft.com/office/powerpoint/2010/main" val="2109245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38</a:t>
            </a:fld>
            <a:endParaRPr lang="en-US" dirty="0"/>
          </a:p>
        </p:txBody>
      </p:sp>
    </p:spTree>
    <p:extLst>
      <p:ext uri="{BB962C8B-B14F-4D97-AF65-F5344CB8AC3E}">
        <p14:creationId xmlns:p14="http://schemas.microsoft.com/office/powerpoint/2010/main" val="37813166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39</a:t>
            </a:fld>
            <a:endParaRPr lang="en-US" dirty="0"/>
          </a:p>
        </p:txBody>
      </p:sp>
    </p:spTree>
    <p:extLst>
      <p:ext uri="{BB962C8B-B14F-4D97-AF65-F5344CB8AC3E}">
        <p14:creationId xmlns:p14="http://schemas.microsoft.com/office/powerpoint/2010/main" val="16220680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40</a:t>
            </a:fld>
            <a:endParaRPr lang="en-US" dirty="0"/>
          </a:p>
        </p:txBody>
      </p:sp>
    </p:spTree>
    <p:extLst>
      <p:ext uri="{BB962C8B-B14F-4D97-AF65-F5344CB8AC3E}">
        <p14:creationId xmlns:p14="http://schemas.microsoft.com/office/powerpoint/2010/main" val="5072819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41</a:t>
            </a:fld>
            <a:endParaRPr lang="en-US" dirty="0"/>
          </a:p>
        </p:txBody>
      </p:sp>
    </p:spTree>
    <p:extLst>
      <p:ext uri="{BB962C8B-B14F-4D97-AF65-F5344CB8AC3E}">
        <p14:creationId xmlns:p14="http://schemas.microsoft.com/office/powerpoint/2010/main" val="37343824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42</a:t>
            </a:fld>
            <a:endParaRPr lang="en-US" dirty="0"/>
          </a:p>
        </p:txBody>
      </p:sp>
    </p:spTree>
    <p:extLst>
      <p:ext uri="{BB962C8B-B14F-4D97-AF65-F5344CB8AC3E}">
        <p14:creationId xmlns:p14="http://schemas.microsoft.com/office/powerpoint/2010/main" val="31116137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43</a:t>
            </a:fld>
            <a:endParaRPr lang="en-US" dirty="0"/>
          </a:p>
        </p:txBody>
      </p:sp>
    </p:spTree>
    <p:extLst>
      <p:ext uri="{BB962C8B-B14F-4D97-AF65-F5344CB8AC3E}">
        <p14:creationId xmlns:p14="http://schemas.microsoft.com/office/powerpoint/2010/main" val="13621191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44</a:t>
            </a:fld>
            <a:endParaRPr lang="en-US" dirty="0"/>
          </a:p>
        </p:txBody>
      </p:sp>
    </p:spTree>
    <p:extLst>
      <p:ext uri="{BB962C8B-B14F-4D97-AF65-F5344CB8AC3E}">
        <p14:creationId xmlns:p14="http://schemas.microsoft.com/office/powerpoint/2010/main" val="903638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70C0"/>
        </a:solidFill>
        <a:effectLst/>
      </p:bgPr>
    </p:bg>
    <p:spTree>
      <p:nvGrpSpPr>
        <p:cNvPr id="1" name=""/>
        <p:cNvGrpSpPr/>
        <p:nvPr/>
      </p:nvGrpSpPr>
      <p:grpSpPr>
        <a:xfrm>
          <a:off x="0" y="0"/>
          <a:ext cx="0" cy="0"/>
          <a:chOff x="0" y="0"/>
          <a:chExt cx="0" cy="0"/>
        </a:xfrm>
      </p:grpSpPr>
      <p:sp>
        <p:nvSpPr>
          <p:cNvPr id="726019" name="Rectangle 3"/>
          <p:cNvSpPr>
            <a:spLocks noGrp="1" noChangeArrowheads="1"/>
          </p:cNvSpPr>
          <p:nvPr>
            <p:ph type="ctrTitle" sz="quarter" hasCustomPrompt="1"/>
          </p:nvPr>
        </p:nvSpPr>
        <p:spPr>
          <a:xfrm>
            <a:off x="597160" y="508962"/>
            <a:ext cx="8379200" cy="1011928"/>
          </a:xfrm>
          <a:solidFill>
            <a:srgbClr val="3399FF"/>
          </a:solidFill>
          <a:ln algn="ctr"/>
        </p:spPr>
        <p:txBody>
          <a:bodyPr wrap="square" tIns="0" rIns="0" bIns="0" anchor="t" anchorCtr="0">
            <a:noAutofit/>
          </a:bodyPr>
          <a:lstStyle>
            <a:lvl1pPr algn="l">
              <a:spcBef>
                <a:spcPct val="60000"/>
              </a:spcBef>
              <a:buClr>
                <a:schemeClr val="hlink"/>
              </a:buClr>
              <a:buSzPct val="90000"/>
              <a:buFontTx/>
              <a:buNone/>
              <a:defRPr sz="3800" baseline="0">
                <a:solidFill>
                  <a:schemeClr val="bg1"/>
                </a:solidFill>
                <a:latin typeface="Segoe UI" pitchFamily="34" charset="0"/>
                <a:ea typeface="Segoe UI" pitchFamily="34" charset="0"/>
                <a:cs typeface="Segoe UI" pitchFamily="34" charset="0"/>
              </a:defRPr>
            </a:lvl1pPr>
          </a:lstStyle>
          <a:p>
            <a:r>
              <a:rPr lang="en-US" dirty="0"/>
              <a:t>Topic</a:t>
            </a:r>
          </a:p>
        </p:txBody>
      </p:sp>
      <p:sp>
        <p:nvSpPr>
          <p:cNvPr id="726020" name="Rectangle 4"/>
          <p:cNvSpPr>
            <a:spLocks noGrp="1" noChangeArrowheads="1"/>
          </p:cNvSpPr>
          <p:nvPr>
            <p:ph type="subTitle" sz="quarter" idx="1" hasCustomPrompt="1"/>
          </p:nvPr>
        </p:nvSpPr>
        <p:spPr>
          <a:xfrm>
            <a:off x="3685592" y="2110581"/>
            <a:ext cx="5290768" cy="3722293"/>
          </a:xfrm>
        </p:spPr>
        <p:txBody>
          <a:bodyPr lIns="91440" tIns="45720" rIns="91440" bIns="45720"/>
          <a:lstStyle>
            <a:lvl1pPr marL="285750" indent="-285750" algn="l">
              <a:lnSpc>
                <a:spcPct val="95000"/>
              </a:lnSpc>
              <a:spcBef>
                <a:spcPct val="60000"/>
              </a:spcBef>
              <a:buClr>
                <a:schemeClr val="bg1"/>
              </a:buClr>
              <a:buFont typeface="Wingdings" panose="05000000000000000000" pitchFamily="2" charset="2"/>
              <a:buChar char="Ø"/>
              <a:defRPr sz="1800">
                <a:solidFill>
                  <a:schemeClr val="bg1"/>
                </a:solidFill>
                <a:latin typeface="Segoe UI" pitchFamily="34" charset="0"/>
                <a:ea typeface="Segoe UI" pitchFamily="34" charset="0"/>
                <a:cs typeface="Segoe UI" pitchFamily="34" charset="0"/>
              </a:defRPr>
            </a:lvl1pPr>
          </a:lstStyle>
          <a:p>
            <a:r>
              <a:rPr lang="en-US" dirty="0"/>
              <a:t>Topic Description</a:t>
            </a:r>
          </a:p>
          <a:p>
            <a:endParaRPr lang="en-US" dirty="0"/>
          </a:p>
        </p:txBody>
      </p:sp>
      <p:sp>
        <p:nvSpPr>
          <p:cNvPr id="7" name="Text Placeholder 6">
            <a:extLst>
              <a:ext uri="{FF2B5EF4-FFF2-40B4-BE49-F238E27FC236}">
                <a16:creationId xmlns="" xmlns:a16="http://schemas.microsoft.com/office/drawing/2014/main" id="{05E1913A-614D-4F38-AB69-5348B29CCD5D}"/>
              </a:ext>
            </a:extLst>
          </p:cNvPr>
          <p:cNvSpPr>
            <a:spLocks noGrp="1"/>
          </p:cNvSpPr>
          <p:nvPr>
            <p:ph type="body" sz="quarter" idx="10"/>
          </p:nvPr>
        </p:nvSpPr>
        <p:spPr>
          <a:xfrm>
            <a:off x="261938" y="2756542"/>
            <a:ext cx="3241675" cy="2851150"/>
          </a:xfrm>
        </p:spPr>
        <p:txBody>
          <a:bodyPr/>
          <a:lstStyle>
            <a:lvl1pPr>
              <a:defRPr sz="2000">
                <a:solidFill>
                  <a:schemeClr val="bg1"/>
                </a:solidFill>
              </a:defRPr>
            </a:lvl1pPr>
          </a:lstStyle>
          <a:p>
            <a:pPr lvl="0"/>
            <a:r>
              <a:rPr lang="en-US" dirty="0"/>
              <a:t>Edit Master text</a:t>
            </a:r>
          </a:p>
        </p:txBody>
      </p:sp>
      <p:sp>
        <p:nvSpPr>
          <p:cNvPr id="11" name="Text Placeholder 10">
            <a:extLst>
              <a:ext uri="{FF2B5EF4-FFF2-40B4-BE49-F238E27FC236}">
                <a16:creationId xmlns="" xmlns:a16="http://schemas.microsoft.com/office/drawing/2014/main" id="{6A2AE784-2CA5-4194-B30C-8D50C676A59B}"/>
              </a:ext>
            </a:extLst>
          </p:cNvPr>
          <p:cNvSpPr>
            <a:spLocks noGrp="1"/>
          </p:cNvSpPr>
          <p:nvPr>
            <p:ph type="body" sz="quarter" idx="11" hasCustomPrompt="1"/>
          </p:nvPr>
        </p:nvSpPr>
        <p:spPr>
          <a:xfrm>
            <a:off x="261938" y="6018240"/>
            <a:ext cx="8714421" cy="391882"/>
          </a:xfrm>
          <a:solidFill>
            <a:schemeClr val="bg1"/>
          </a:solidFill>
        </p:spPr>
        <p:txBody>
          <a:bodyPr/>
          <a:lstStyle>
            <a:lvl1pPr marL="0" indent="0">
              <a:buNone/>
              <a:defRPr sz="1400">
                <a:solidFill>
                  <a:srgbClr val="3399FF"/>
                </a:solidFill>
              </a:defRPr>
            </a:lvl1pPr>
            <a:lvl2pPr>
              <a:defRPr>
                <a:solidFill>
                  <a:schemeClr val="bg1">
                    <a:lumMod val="75000"/>
                  </a:schemeClr>
                </a:solidFill>
              </a:defRPr>
            </a:lvl2pPr>
            <a:lvl3pPr>
              <a:defRPr>
                <a:solidFill>
                  <a:schemeClr val="bg1">
                    <a:lumMod val="75000"/>
                  </a:schemeClr>
                </a:solidFill>
              </a:defRPr>
            </a:lvl3pPr>
            <a:lvl4pPr>
              <a:defRPr>
                <a:solidFill>
                  <a:schemeClr val="bg1">
                    <a:lumMod val="75000"/>
                  </a:schemeClr>
                </a:solidFill>
              </a:defRPr>
            </a:lvl4pPr>
            <a:lvl5pPr>
              <a:defRPr>
                <a:solidFill>
                  <a:schemeClr val="bg1">
                    <a:lumMod val="75000"/>
                  </a:schemeClr>
                </a:solidFill>
              </a:defRPr>
            </a:lvl5pPr>
          </a:lstStyle>
          <a:p>
            <a:pPr lvl="0"/>
            <a:r>
              <a:rPr lang="en-US" dirty="0"/>
              <a:t>URL</a:t>
            </a:r>
          </a:p>
        </p:txBody>
      </p:sp>
      <p:sp>
        <p:nvSpPr>
          <p:cNvPr id="12" name="TextBox 11">
            <a:extLst>
              <a:ext uri="{FF2B5EF4-FFF2-40B4-BE49-F238E27FC236}">
                <a16:creationId xmlns="" xmlns:a16="http://schemas.microsoft.com/office/drawing/2014/main" id="{E1C05B86-1160-4370-A04A-9508198B968C}"/>
              </a:ext>
            </a:extLst>
          </p:cNvPr>
          <p:cNvSpPr txBox="1"/>
          <p:nvPr userDrawn="1"/>
        </p:nvSpPr>
        <p:spPr>
          <a:xfrm>
            <a:off x="6662057" y="6512893"/>
            <a:ext cx="2388641" cy="307777"/>
          </a:xfrm>
          <a:prstGeom prst="rect">
            <a:avLst/>
          </a:prstGeom>
          <a:noFill/>
        </p:spPr>
        <p:txBody>
          <a:bodyPr wrap="square" rtlCol="0">
            <a:spAutoFit/>
          </a:bodyPr>
          <a:lstStyle/>
          <a:p>
            <a:r>
              <a:rPr lang="en-US" sz="1400" dirty="0"/>
              <a:t>#70-533 @ITProGuru</a:t>
            </a:r>
          </a:p>
        </p:txBody>
      </p:sp>
    </p:spTree>
    <p:extLst>
      <p:ext uri="{BB962C8B-B14F-4D97-AF65-F5344CB8AC3E}">
        <p14:creationId xmlns:p14="http://schemas.microsoft.com/office/powerpoint/2010/main" val="3414292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 xmlns:a16="http://schemas.microsoft.com/office/drawing/2014/main" id="{1E308FE5-C3CD-4C2B-84FD-DAE006C3200F}"/>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2569415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 xmlns:a16="http://schemas.microsoft.com/office/drawing/2014/main" id="{0FDE037B-5AC3-4803-B046-88D8FAB98146}"/>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8638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xam Tip">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85AA6D59-CBDC-4B28-BD8C-5E1C09B31A46}"/>
              </a:ext>
            </a:extLst>
          </p:cNvPr>
          <p:cNvSpPr/>
          <p:nvPr userDrawn="1"/>
        </p:nvSpPr>
        <p:spPr>
          <a:xfrm>
            <a:off x="0" y="0"/>
            <a:ext cx="9144000" cy="685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201060" y="639601"/>
            <a:ext cx="8741879" cy="715581"/>
          </a:xfrm>
        </p:spPr>
        <p:txBody>
          <a:bodyPr>
            <a:normAutofit/>
          </a:bodyPr>
          <a:lstStyle>
            <a:lvl1pPr algn="l" defTabSz="685800" rtl="0" eaLnBrk="1" latinLnBrk="0" hangingPunct="1">
              <a:lnSpc>
                <a:spcPct val="90000"/>
              </a:lnSpc>
              <a:spcBef>
                <a:spcPct val="0"/>
              </a:spcBef>
              <a:buNone/>
              <a:defRPr lang="en-US" sz="3200" b="1" i="1" u="none" kern="1200" baseline="0" dirty="0">
                <a:solidFill>
                  <a:schemeClr val="tx1"/>
                </a:solidFill>
                <a:latin typeface="+mj-lt"/>
                <a:ea typeface="+mj-ea"/>
                <a:cs typeface="+mj-cs"/>
              </a:defRPr>
            </a:lvl1pPr>
          </a:lstStyle>
          <a:p>
            <a:r>
              <a:rPr lang="en-US" dirty="0"/>
              <a:t>Click to add Title</a:t>
            </a:r>
          </a:p>
        </p:txBody>
      </p:sp>
      <p:sp>
        <p:nvSpPr>
          <p:cNvPr id="4" name="Text Placeholder 3"/>
          <p:cNvSpPr>
            <a:spLocks noGrp="1"/>
          </p:cNvSpPr>
          <p:nvPr>
            <p:ph type="body" sz="quarter" idx="11" hasCustomPrompt="1"/>
          </p:nvPr>
        </p:nvSpPr>
        <p:spPr>
          <a:xfrm>
            <a:off x="201060" y="1441794"/>
            <a:ext cx="8741880" cy="4471326"/>
          </a:xfrm>
        </p:spPr>
        <p:txBody>
          <a:bodyPr>
            <a:noAutofit/>
          </a:bodyPr>
          <a:lstStyle>
            <a:lvl1pPr marL="0" indent="0">
              <a:buNone/>
              <a:defRPr sz="3000"/>
            </a:lvl1pPr>
            <a:lvl2pPr marL="21009" indent="0">
              <a:buNone/>
              <a:defRPr sz="1471"/>
            </a:lvl2pPr>
            <a:lvl3pPr marL="164571" indent="0">
              <a:buNone/>
              <a:defRPr sz="1471"/>
            </a:lvl3pPr>
            <a:lvl4pPr marL="350151" indent="0">
              <a:buNone/>
              <a:defRPr sz="1324"/>
            </a:lvl4pPr>
            <a:lvl5pPr marL="543901" indent="0">
              <a:buNone/>
              <a:defRPr sz="1324"/>
            </a:lvl5pPr>
          </a:lstStyle>
          <a:p>
            <a:pPr lvl="0"/>
            <a:r>
              <a:rPr lang="en-US" dirty="0"/>
              <a:t>Click to edit</a:t>
            </a:r>
          </a:p>
        </p:txBody>
      </p:sp>
      <p:sp>
        <p:nvSpPr>
          <p:cNvPr id="5" name="Rectangle 4"/>
          <p:cNvSpPr/>
          <p:nvPr userDrawn="1"/>
        </p:nvSpPr>
        <p:spPr>
          <a:xfrm>
            <a:off x="201060" y="86612"/>
            <a:ext cx="3235181" cy="715581"/>
          </a:xfrm>
          <a:prstGeom prst="rect">
            <a:avLst/>
          </a:prstGeom>
        </p:spPr>
        <p:txBody>
          <a:bodyPr wrap="none">
            <a:spAutoFit/>
          </a:bodyPr>
          <a:lstStyle/>
          <a:p>
            <a:pPr algn="l"/>
            <a:r>
              <a:rPr lang="en-US" sz="4050" b="1" dirty="0"/>
              <a:t>EXAM TIP!</a:t>
            </a:r>
          </a:p>
        </p:txBody>
      </p:sp>
      <p:sp>
        <p:nvSpPr>
          <p:cNvPr id="6" name="Text Placeholder 4">
            <a:extLst>
              <a:ext uri="{FF2B5EF4-FFF2-40B4-BE49-F238E27FC236}">
                <a16:creationId xmlns="" xmlns:a16="http://schemas.microsoft.com/office/drawing/2014/main" id="{380C91C6-C6AF-40A3-AE50-C2507708BECF}"/>
              </a:ext>
            </a:extLst>
          </p:cNvPr>
          <p:cNvSpPr>
            <a:spLocks noGrp="1"/>
          </p:cNvSpPr>
          <p:nvPr>
            <p:ph type="body" sz="quarter" idx="10" hasCustomPrompt="1"/>
          </p:nvPr>
        </p:nvSpPr>
        <p:spPr>
          <a:xfrm>
            <a:off x="158354" y="5987143"/>
            <a:ext cx="8784586" cy="823460"/>
          </a:xfrm>
          <a:solidFill>
            <a:srgbClr val="00B050"/>
          </a:solidFill>
        </p:spPr>
        <p:txBody>
          <a:bodyPr>
            <a:noAutofit/>
          </a:bodyPr>
          <a:lstStyle>
            <a:lvl1pPr marL="0" indent="0">
              <a:buFontTx/>
              <a:buNone/>
              <a:defRPr sz="1500" u="sng">
                <a:solidFill>
                  <a:schemeClr val="tx1">
                    <a:lumMod val="95000"/>
                    <a:lumOff val="5000"/>
                  </a:schemeClr>
                </a:solidFill>
              </a:defRPr>
            </a:lvl1pPr>
            <a:lvl2pPr marL="342900" indent="0">
              <a:buFontTx/>
              <a:buNone/>
              <a:defRPr sz="1500" u="sng">
                <a:solidFill>
                  <a:schemeClr val="tx1">
                    <a:lumMod val="95000"/>
                    <a:lumOff val="5000"/>
                  </a:schemeClr>
                </a:solidFill>
              </a:defRPr>
            </a:lvl2pPr>
            <a:lvl3pPr marL="685800" indent="0">
              <a:buFontTx/>
              <a:buNone/>
              <a:defRPr sz="1500" u="sng">
                <a:solidFill>
                  <a:schemeClr val="tx1">
                    <a:lumMod val="95000"/>
                    <a:lumOff val="5000"/>
                  </a:schemeClr>
                </a:solidFill>
              </a:defRPr>
            </a:lvl3pPr>
            <a:lvl4pPr marL="1028700" indent="0">
              <a:buFontTx/>
              <a:buNone/>
              <a:defRPr sz="1500" u="sng">
                <a:solidFill>
                  <a:schemeClr val="tx1">
                    <a:lumMod val="95000"/>
                    <a:lumOff val="5000"/>
                  </a:schemeClr>
                </a:solidFill>
              </a:defRPr>
            </a:lvl4pPr>
            <a:lvl5pPr marL="1371600" indent="0">
              <a:buFontTx/>
              <a:buNone/>
              <a:defRPr sz="1500" u="sng">
                <a:solidFill>
                  <a:schemeClr val="tx1">
                    <a:lumMod val="95000"/>
                    <a:lumOff val="5000"/>
                  </a:schemeClr>
                </a:solidFill>
              </a:defRPr>
            </a:lvl5pPr>
          </a:lstStyle>
          <a:p>
            <a:pPr lvl="0"/>
            <a:r>
              <a:rPr lang="en-US" dirty="0"/>
              <a:t>Edit Source URL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539075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18074CDC-0128-42E8-B232-786D9C2CD277}"/>
              </a:ext>
            </a:extLst>
          </p:cNvPr>
          <p:cNvSpPr/>
          <p:nvPr userDrawn="1"/>
        </p:nvSpPr>
        <p:spPr>
          <a:xfrm>
            <a:off x="0" y="0"/>
            <a:ext cx="9144000" cy="2011680"/>
          </a:xfrm>
          <a:prstGeom prst="rect">
            <a:avLst/>
          </a:prstGeom>
          <a:solidFill>
            <a:srgbClr val="66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60375" y="-3"/>
            <a:ext cx="7773988" cy="1296957"/>
          </a:xfrm>
        </p:spPr>
        <p:txBody>
          <a:bodyPr/>
          <a:lstStyle>
            <a:lvl1pPr>
              <a:defRPr/>
            </a:lvl1pPr>
          </a:lstStyle>
          <a:p>
            <a:r>
              <a:rPr lang="en-US" dirty="0"/>
              <a:t>Question….</a:t>
            </a:r>
          </a:p>
        </p:txBody>
      </p:sp>
      <p:sp>
        <p:nvSpPr>
          <p:cNvPr id="3" name="Content Placeholder 2"/>
          <p:cNvSpPr>
            <a:spLocks noGrp="1"/>
          </p:cNvSpPr>
          <p:nvPr>
            <p:ph idx="1"/>
          </p:nvPr>
        </p:nvSpPr>
        <p:spPr>
          <a:xfrm>
            <a:off x="261187" y="2011680"/>
            <a:ext cx="8574837" cy="41841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 xmlns:a16="http://schemas.microsoft.com/office/drawing/2014/main" id="{7F35744D-EF33-49FA-9A3C-2D7BFFC7876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422124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nswer">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18074CDC-0128-42E8-B232-786D9C2CD277}"/>
              </a:ext>
            </a:extLst>
          </p:cNvPr>
          <p:cNvSpPr/>
          <p:nvPr userDrawn="1"/>
        </p:nvSpPr>
        <p:spPr>
          <a:xfrm>
            <a:off x="0" y="0"/>
            <a:ext cx="9144000" cy="201168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60375" y="-3"/>
            <a:ext cx="7773988" cy="1296957"/>
          </a:xfrm>
        </p:spPr>
        <p:txBody>
          <a:bodyPr/>
          <a:lstStyle>
            <a:lvl1pPr>
              <a:defRPr/>
            </a:lvl1pPr>
          </a:lstStyle>
          <a:p>
            <a:r>
              <a:rPr lang="en-US" dirty="0"/>
              <a:t>Answer…</a:t>
            </a:r>
          </a:p>
        </p:txBody>
      </p:sp>
      <p:sp>
        <p:nvSpPr>
          <p:cNvPr id="3" name="Content Placeholder 2"/>
          <p:cNvSpPr>
            <a:spLocks noGrp="1"/>
          </p:cNvSpPr>
          <p:nvPr>
            <p:ph idx="1"/>
          </p:nvPr>
        </p:nvSpPr>
        <p:spPr>
          <a:xfrm>
            <a:off x="261189" y="2011680"/>
            <a:ext cx="8574836" cy="41841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 xmlns:a16="http://schemas.microsoft.com/office/drawing/2014/main" id="{7F35744D-EF33-49FA-9A3C-2D7BFFC7876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205732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emo">
    <p:bg>
      <p:bgPr>
        <a:solidFill>
          <a:srgbClr val="7030A0"/>
        </a:solidFill>
        <a:effectLst/>
      </p:bgPr>
    </p:bg>
    <p:spTree>
      <p:nvGrpSpPr>
        <p:cNvPr id="1" name=""/>
        <p:cNvGrpSpPr/>
        <p:nvPr/>
      </p:nvGrpSpPr>
      <p:grpSpPr>
        <a:xfrm>
          <a:off x="0" y="0"/>
          <a:ext cx="0" cy="0"/>
          <a:chOff x="0" y="0"/>
          <a:chExt cx="0" cy="0"/>
        </a:xfrm>
      </p:grpSpPr>
      <p:sp>
        <p:nvSpPr>
          <p:cNvPr id="726019" name="Rectangle 3"/>
          <p:cNvSpPr>
            <a:spLocks noGrp="1" noChangeArrowheads="1"/>
          </p:cNvSpPr>
          <p:nvPr>
            <p:ph type="ctrTitle" sz="quarter" hasCustomPrompt="1"/>
          </p:nvPr>
        </p:nvSpPr>
        <p:spPr>
          <a:xfrm>
            <a:off x="307911" y="770219"/>
            <a:ext cx="8379200" cy="1011928"/>
          </a:xfrm>
          <a:solidFill>
            <a:srgbClr val="7030A0"/>
          </a:solidFill>
          <a:ln algn="ctr"/>
        </p:spPr>
        <p:txBody>
          <a:bodyPr wrap="square" tIns="0" rIns="0" bIns="0" anchor="t" anchorCtr="0">
            <a:noAutofit/>
          </a:bodyPr>
          <a:lstStyle>
            <a:lvl1pPr algn="l">
              <a:spcBef>
                <a:spcPct val="60000"/>
              </a:spcBef>
              <a:buClr>
                <a:schemeClr val="hlink"/>
              </a:buClr>
              <a:buSzPct val="90000"/>
              <a:buFontTx/>
              <a:buNone/>
              <a:defRPr sz="3800" baseline="0">
                <a:solidFill>
                  <a:schemeClr val="bg1"/>
                </a:solidFill>
                <a:latin typeface="Segoe UI" pitchFamily="34" charset="0"/>
                <a:ea typeface="Segoe UI" pitchFamily="34" charset="0"/>
                <a:cs typeface="Segoe UI" pitchFamily="34" charset="0"/>
              </a:defRPr>
            </a:lvl1pPr>
          </a:lstStyle>
          <a:p>
            <a:r>
              <a:rPr lang="en-US" dirty="0"/>
              <a:t>Demo Title</a:t>
            </a:r>
          </a:p>
        </p:txBody>
      </p:sp>
      <p:sp>
        <p:nvSpPr>
          <p:cNvPr id="726020" name="Rectangle 4"/>
          <p:cNvSpPr>
            <a:spLocks noGrp="1" noChangeArrowheads="1"/>
          </p:cNvSpPr>
          <p:nvPr>
            <p:ph type="subTitle" sz="quarter" idx="1" hasCustomPrompt="1"/>
          </p:nvPr>
        </p:nvSpPr>
        <p:spPr>
          <a:xfrm>
            <a:off x="3685592" y="2110581"/>
            <a:ext cx="5290768" cy="3722293"/>
          </a:xfrm>
          <a:solidFill>
            <a:srgbClr val="7030A0"/>
          </a:solidFill>
        </p:spPr>
        <p:txBody>
          <a:bodyPr lIns="91440" tIns="45720" rIns="91440" bIns="45720"/>
          <a:lstStyle>
            <a:lvl1pPr marL="285750" indent="-285750" algn="l">
              <a:lnSpc>
                <a:spcPct val="95000"/>
              </a:lnSpc>
              <a:spcBef>
                <a:spcPct val="60000"/>
              </a:spcBef>
              <a:buClr>
                <a:schemeClr val="bg1"/>
              </a:buClr>
              <a:buFont typeface="Wingdings" panose="05000000000000000000" pitchFamily="2" charset="2"/>
              <a:buChar char="Ø"/>
              <a:defRPr sz="1800">
                <a:solidFill>
                  <a:schemeClr val="bg1"/>
                </a:solidFill>
                <a:latin typeface="Segoe UI" pitchFamily="34" charset="0"/>
                <a:ea typeface="Segoe UI" pitchFamily="34" charset="0"/>
                <a:cs typeface="Segoe UI" pitchFamily="34" charset="0"/>
              </a:defRPr>
            </a:lvl1pPr>
            <a:lvl2pPr marL="288925" indent="0">
              <a:buNone/>
              <a:defRPr/>
            </a:lvl2pPr>
          </a:lstStyle>
          <a:p>
            <a:r>
              <a:rPr lang="en-US" dirty="0"/>
              <a:t>Enter Description(s)</a:t>
            </a:r>
          </a:p>
          <a:p>
            <a:endParaRPr lang="en-US" dirty="0"/>
          </a:p>
        </p:txBody>
      </p:sp>
      <p:sp>
        <p:nvSpPr>
          <p:cNvPr id="7" name="Text Placeholder 6">
            <a:extLst>
              <a:ext uri="{FF2B5EF4-FFF2-40B4-BE49-F238E27FC236}">
                <a16:creationId xmlns="" xmlns:a16="http://schemas.microsoft.com/office/drawing/2014/main" id="{05E1913A-614D-4F38-AB69-5348B29CCD5D}"/>
              </a:ext>
            </a:extLst>
          </p:cNvPr>
          <p:cNvSpPr>
            <a:spLocks noGrp="1"/>
          </p:cNvSpPr>
          <p:nvPr>
            <p:ph type="body" sz="quarter" idx="10"/>
          </p:nvPr>
        </p:nvSpPr>
        <p:spPr>
          <a:xfrm>
            <a:off x="261938" y="2756542"/>
            <a:ext cx="3241675" cy="2851150"/>
          </a:xfrm>
        </p:spPr>
        <p:txBody>
          <a:bodyPr/>
          <a:lstStyle>
            <a:lvl1pPr>
              <a:defRPr sz="2000">
                <a:solidFill>
                  <a:schemeClr val="bg1"/>
                </a:solidFill>
              </a:defRPr>
            </a:lvl1pPr>
          </a:lstStyle>
          <a:p>
            <a:pPr lvl="0"/>
            <a:r>
              <a:rPr lang="en-US" dirty="0"/>
              <a:t>Edit Master text</a:t>
            </a:r>
          </a:p>
        </p:txBody>
      </p:sp>
      <p:sp>
        <p:nvSpPr>
          <p:cNvPr id="11" name="Text Placeholder 10">
            <a:extLst>
              <a:ext uri="{FF2B5EF4-FFF2-40B4-BE49-F238E27FC236}">
                <a16:creationId xmlns="" xmlns:a16="http://schemas.microsoft.com/office/drawing/2014/main" id="{6A2AE784-2CA5-4194-B30C-8D50C676A59B}"/>
              </a:ext>
            </a:extLst>
          </p:cNvPr>
          <p:cNvSpPr>
            <a:spLocks noGrp="1"/>
          </p:cNvSpPr>
          <p:nvPr>
            <p:ph type="body" sz="quarter" idx="11" hasCustomPrompt="1"/>
          </p:nvPr>
        </p:nvSpPr>
        <p:spPr>
          <a:xfrm>
            <a:off x="261938" y="6018240"/>
            <a:ext cx="8714421" cy="391882"/>
          </a:xfrm>
          <a:solidFill>
            <a:schemeClr val="bg1"/>
          </a:solidFill>
        </p:spPr>
        <p:txBody>
          <a:bodyPr/>
          <a:lstStyle>
            <a:lvl1pPr marL="0" indent="0">
              <a:buNone/>
              <a:defRPr sz="1400">
                <a:solidFill>
                  <a:srgbClr val="3399FF"/>
                </a:solidFill>
              </a:defRPr>
            </a:lvl1pPr>
            <a:lvl2pPr>
              <a:defRPr>
                <a:solidFill>
                  <a:schemeClr val="bg1">
                    <a:lumMod val="75000"/>
                  </a:schemeClr>
                </a:solidFill>
              </a:defRPr>
            </a:lvl2pPr>
            <a:lvl3pPr>
              <a:defRPr>
                <a:solidFill>
                  <a:schemeClr val="bg1">
                    <a:lumMod val="75000"/>
                  </a:schemeClr>
                </a:solidFill>
              </a:defRPr>
            </a:lvl3pPr>
            <a:lvl4pPr>
              <a:defRPr>
                <a:solidFill>
                  <a:schemeClr val="bg1">
                    <a:lumMod val="75000"/>
                  </a:schemeClr>
                </a:solidFill>
              </a:defRPr>
            </a:lvl4pPr>
            <a:lvl5pPr>
              <a:defRPr>
                <a:solidFill>
                  <a:schemeClr val="bg1">
                    <a:lumMod val="75000"/>
                  </a:schemeClr>
                </a:solidFill>
              </a:defRPr>
            </a:lvl5pPr>
          </a:lstStyle>
          <a:p>
            <a:pPr lvl="0"/>
            <a:r>
              <a:rPr lang="en-US" dirty="0"/>
              <a:t>URL</a:t>
            </a:r>
          </a:p>
        </p:txBody>
      </p:sp>
      <p:sp>
        <p:nvSpPr>
          <p:cNvPr id="12" name="TextBox 11">
            <a:extLst>
              <a:ext uri="{FF2B5EF4-FFF2-40B4-BE49-F238E27FC236}">
                <a16:creationId xmlns="" xmlns:a16="http://schemas.microsoft.com/office/drawing/2014/main" id="{E1C05B86-1160-4370-A04A-9508198B968C}"/>
              </a:ext>
            </a:extLst>
          </p:cNvPr>
          <p:cNvSpPr txBox="1"/>
          <p:nvPr userDrawn="1"/>
        </p:nvSpPr>
        <p:spPr>
          <a:xfrm>
            <a:off x="6662057" y="6512893"/>
            <a:ext cx="2388641" cy="307777"/>
          </a:xfrm>
          <a:prstGeom prst="rect">
            <a:avLst/>
          </a:prstGeom>
          <a:noFill/>
        </p:spPr>
        <p:txBody>
          <a:bodyPr wrap="square" rtlCol="0">
            <a:spAutoFit/>
          </a:bodyPr>
          <a:lstStyle/>
          <a:p>
            <a:r>
              <a:rPr lang="en-US" sz="1400" dirty="0"/>
              <a:t>#70-533 @ITProGuru</a:t>
            </a:r>
          </a:p>
        </p:txBody>
      </p:sp>
      <p:sp>
        <p:nvSpPr>
          <p:cNvPr id="8" name="Rectangle 7">
            <a:extLst>
              <a:ext uri="{FF2B5EF4-FFF2-40B4-BE49-F238E27FC236}">
                <a16:creationId xmlns="" xmlns:a16="http://schemas.microsoft.com/office/drawing/2014/main" id="{2E5CD9C4-3903-4CFA-9CED-0878686ABD1A}"/>
              </a:ext>
            </a:extLst>
          </p:cNvPr>
          <p:cNvSpPr/>
          <p:nvPr userDrawn="1"/>
        </p:nvSpPr>
        <p:spPr>
          <a:xfrm>
            <a:off x="158449" y="117610"/>
            <a:ext cx="1903085" cy="715581"/>
          </a:xfrm>
          <a:prstGeom prst="rect">
            <a:avLst/>
          </a:prstGeom>
        </p:spPr>
        <p:txBody>
          <a:bodyPr wrap="none">
            <a:spAutoFit/>
          </a:bodyPr>
          <a:lstStyle/>
          <a:p>
            <a:r>
              <a:rPr lang="en-US" sz="4050" dirty="0">
                <a:solidFill>
                  <a:srgbClr val="00B0F0"/>
                </a:solidFill>
              </a:rPr>
              <a:t>DEMO</a:t>
            </a:r>
          </a:p>
        </p:txBody>
      </p:sp>
    </p:spTree>
    <p:extLst>
      <p:ext uri="{BB962C8B-B14F-4D97-AF65-F5344CB8AC3E}">
        <p14:creationId xmlns:p14="http://schemas.microsoft.com/office/powerpoint/2010/main" val="638587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Lab">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855B8EEB-D399-4AF3-B7D1-E78E1898CC1F}"/>
              </a:ext>
            </a:extLst>
          </p:cNvPr>
          <p:cNvSpPr/>
          <p:nvPr userDrawn="1"/>
        </p:nvSpPr>
        <p:spPr>
          <a:xfrm>
            <a:off x="0" y="0"/>
            <a:ext cx="9144000" cy="13716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1473233" y="1"/>
            <a:ext cx="7511614" cy="1231901"/>
          </a:xfrm>
        </p:spPr>
        <p:txBody>
          <a:bodyPr/>
          <a:lstStyle>
            <a:lvl1pPr>
              <a:defRPr/>
            </a:lvl1pPr>
          </a:lstStyle>
          <a:p>
            <a:r>
              <a:rPr lang="en-US" dirty="0"/>
              <a:t>Click to edit Lab title</a:t>
            </a:r>
          </a:p>
        </p:txBody>
      </p:sp>
      <p:sp>
        <p:nvSpPr>
          <p:cNvPr id="3" name="Content Placeholder 2"/>
          <p:cNvSpPr>
            <a:spLocks noGrp="1"/>
          </p:cNvSpPr>
          <p:nvPr>
            <p:ph idx="1" hasCustomPrompt="1"/>
          </p:nvPr>
        </p:nvSpPr>
        <p:spPr>
          <a:xfrm>
            <a:off x="151194" y="1371600"/>
            <a:ext cx="8833654" cy="4793789"/>
          </a:xfrm>
        </p:spPr>
        <p:txBody>
          <a:bodyPr>
            <a:normAutofit/>
          </a:bodyPr>
          <a:lstStyle>
            <a:lvl1pPr marL="0" indent="0">
              <a:buFontTx/>
              <a:buNone/>
              <a:defRPr sz="2700"/>
            </a:lvl1pPr>
            <a:lvl2pPr marL="342900" indent="0">
              <a:buFontTx/>
              <a:buNone/>
              <a:defRPr sz="2400"/>
            </a:lvl2pPr>
            <a:lvl3pPr marL="685800" indent="0">
              <a:buFontTx/>
              <a:buNone/>
              <a:defRPr sz="2100"/>
            </a:lvl3pPr>
            <a:lvl4pPr marL="1028700" indent="0">
              <a:buFontTx/>
              <a:buNone/>
              <a:defRPr sz="1800"/>
            </a:lvl4pPr>
            <a:lvl5pPr marL="1371600" indent="0">
              <a:buFontTx/>
              <a:buNone/>
              <a:defRPr sz="1800"/>
            </a:lvl5pPr>
          </a:lstStyle>
          <a:p>
            <a:pPr lvl="0"/>
            <a:r>
              <a:rPr lang="en-US" dirty="0"/>
              <a:t>Click to edit Master text styles</a:t>
            </a:r>
          </a:p>
          <a:p>
            <a:pPr lvl="1"/>
            <a:r>
              <a:rPr lang="en-US" dirty="0"/>
              <a:t>Second level </a:t>
            </a:r>
          </a:p>
          <a:p>
            <a:pPr lvl="1"/>
            <a:r>
              <a:rPr lang="en-US" dirty="0"/>
              <a:t>	Third level</a:t>
            </a:r>
          </a:p>
          <a:p>
            <a:pPr lvl="3"/>
            <a:r>
              <a:rPr lang="en-US" dirty="0"/>
              <a:t>Fourth level</a:t>
            </a:r>
          </a:p>
          <a:p>
            <a:pPr lvl="4"/>
            <a:r>
              <a:rPr lang="en-US" dirty="0"/>
              <a:t>Fifth level</a:t>
            </a:r>
          </a:p>
        </p:txBody>
      </p:sp>
      <p:sp>
        <p:nvSpPr>
          <p:cNvPr id="7" name="Rectangle 6">
            <a:extLst>
              <a:ext uri="{FF2B5EF4-FFF2-40B4-BE49-F238E27FC236}">
                <a16:creationId xmlns="" xmlns:a16="http://schemas.microsoft.com/office/drawing/2014/main" id="{36E8BE26-ED1E-4BC3-AABB-33679E13D11C}"/>
              </a:ext>
            </a:extLst>
          </p:cNvPr>
          <p:cNvSpPr/>
          <p:nvPr userDrawn="1"/>
        </p:nvSpPr>
        <p:spPr>
          <a:xfrm>
            <a:off x="158449" y="117610"/>
            <a:ext cx="1314784" cy="715581"/>
          </a:xfrm>
          <a:prstGeom prst="rect">
            <a:avLst/>
          </a:prstGeom>
        </p:spPr>
        <p:txBody>
          <a:bodyPr wrap="none">
            <a:spAutoFit/>
          </a:bodyPr>
          <a:lstStyle/>
          <a:p>
            <a:r>
              <a:rPr lang="en-US" sz="4050" dirty="0">
                <a:solidFill>
                  <a:srgbClr val="00B0F0"/>
                </a:solidFill>
              </a:rPr>
              <a:t>LAB</a:t>
            </a:r>
          </a:p>
        </p:txBody>
      </p:sp>
      <p:sp>
        <p:nvSpPr>
          <p:cNvPr id="9" name="Title 1">
            <a:extLst>
              <a:ext uri="{FF2B5EF4-FFF2-40B4-BE49-F238E27FC236}">
                <a16:creationId xmlns="" xmlns:a16="http://schemas.microsoft.com/office/drawing/2014/main" id="{C610877B-30C7-48C5-8BDA-CA0DB0C7F805}"/>
              </a:ext>
            </a:extLst>
          </p:cNvPr>
          <p:cNvSpPr txBox="1">
            <a:spLocks/>
          </p:cNvSpPr>
          <p:nvPr userDrawn="1"/>
        </p:nvSpPr>
        <p:spPr>
          <a:xfrm>
            <a:off x="151194" y="6219372"/>
            <a:ext cx="8833654" cy="587829"/>
          </a:xfrm>
          <a:prstGeom prst="rect">
            <a:avLst/>
          </a:prstGeom>
          <a:solidFill>
            <a:schemeClr val="bg1"/>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500" u="sng" dirty="0">
                <a:solidFill>
                  <a:srgbClr val="0070C0"/>
                </a:solidFill>
              </a:rPr>
              <a:t>Click to edit Lab URL</a:t>
            </a:r>
          </a:p>
        </p:txBody>
      </p:sp>
    </p:spTree>
    <p:extLst>
      <p:ext uri="{BB962C8B-B14F-4D97-AF65-F5344CB8AC3E}">
        <p14:creationId xmlns:p14="http://schemas.microsoft.com/office/powerpoint/2010/main" val="2625449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mp; Co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1194" y="0"/>
            <a:ext cx="8833654" cy="878350"/>
          </a:xfrm>
        </p:spPr>
        <p:txBody>
          <a:bodyPr/>
          <a:lstStyle>
            <a:lvl1pPr>
              <a:defRPr/>
            </a:lvl1pPr>
          </a:lstStyle>
          <a:p>
            <a:r>
              <a:rPr lang="en-US" dirty="0"/>
              <a:t>Content &amp; Code</a:t>
            </a:r>
          </a:p>
        </p:txBody>
      </p:sp>
      <p:sp>
        <p:nvSpPr>
          <p:cNvPr id="3" name="Content Placeholder 2"/>
          <p:cNvSpPr>
            <a:spLocks noGrp="1"/>
          </p:cNvSpPr>
          <p:nvPr>
            <p:ph idx="1"/>
          </p:nvPr>
        </p:nvSpPr>
        <p:spPr>
          <a:xfrm>
            <a:off x="151194" y="1231902"/>
            <a:ext cx="8833654" cy="2421204"/>
          </a:xfrm>
        </p:spPr>
        <p:txBody>
          <a:bodyPr>
            <a:normAutofit/>
          </a:bodyPr>
          <a:lstStyle>
            <a:lvl1pPr marL="0" indent="0">
              <a:buFont typeface="Arial" panose="020B0604020202020204" pitchFamily="34" charset="0"/>
              <a:buNone/>
              <a:defRPr sz="2100"/>
            </a:lvl1pPr>
            <a:lvl2pPr marL="342900" indent="0">
              <a:buFont typeface="Arial" panose="020B0604020202020204" pitchFamily="34" charset="0"/>
              <a:buNone/>
              <a:defRPr sz="1800"/>
            </a:lvl2pPr>
            <a:lvl3pPr marL="685800" indent="0">
              <a:buFont typeface="Arial" panose="020B0604020202020204" pitchFamily="34" charset="0"/>
              <a:buNone/>
              <a:defRPr sz="1500"/>
            </a:lvl3pPr>
            <a:lvl4pPr marL="1028700" indent="0">
              <a:buFont typeface="Arial" panose="020B0604020202020204" pitchFamily="34" charset="0"/>
              <a:buNone/>
              <a:defRPr sz="1350"/>
            </a:lvl4pPr>
            <a:lvl5pPr marL="1371600" indent="0">
              <a:buFont typeface="Arial" panose="020B0604020202020204" pitchFamily="34" charset="0"/>
              <a:buNone/>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 xmlns:a16="http://schemas.microsoft.com/office/drawing/2014/main" id="{06833DA2-9089-4E59-9B9D-7F3A29DCE61C}"/>
              </a:ext>
            </a:extLst>
          </p:cNvPr>
          <p:cNvSpPr/>
          <p:nvPr userDrawn="1"/>
        </p:nvSpPr>
        <p:spPr bwMode="auto">
          <a:xfrm>
            <a:off x="33849" y="3653108"/>
            <a:ext cx="9020275" cy="3129417"/>
          </a:xfrm>
          <a:prstGeom prst="rect">
            <a:avLst/>
          </a:prstGeom>
          <a:solidFill>
            <a:schemeClr val="accent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77" fontAlgn="base">
              <a:spcBef>
                <a:spcPct val="0"/>
              </a:spcBef>
              <a:spcAft>
                <a:spcPct val="0"/>
              </a:spcAft>
            </a:pPr>
            <a:endParaRPr lang="en-US" sz="1471" dirty="0">
              <a:gradFill>
                <a:gsLst>
                  <a:gs pos="0">
                    <a:srgbClr val="FFFFFF"/>
                  </a:gs>
                  <a:gs pos="100000">
                    <a:srgbClr val="FFFFFF"/>
                  </a:gs>
                </a:gsLst>
                <a:lin ang="5400000" scaled="0"/>
              </a:gradFill>
            </a:endParaRPr>
          </a:p>
        </p:txBody>
      </p:sp>
      <p:sp>
        <p:nvSpPr>
          <p:cNvPr id="10" name="Content Placeholder 2">
            <a:extLst>
              <a:ext uri="{FF2B5EF4-FFF2-40B4-BE49-F238E27FC236}">
                <a16:creationId xmlns="" xmlns:a16="http://schemas.microsoft.com/office/drawing/2014/main" id="{A7A07890-C86B-4334-9F28-D4C01C01B9F8}"/>
              </a:ext>
            </a:extLst>
          </p:cNvPr>
          <p:cNvSpPr>
            <a:spLocks noGrp="1"/>
          </p:cNvSpPr>
          <p:nvPr>
            <p:ph idx="10" hasCustomPrompt="1"/>
          </p:nvPr>
        </p:nvSpPr>
        <p:spPr>
          <a:xfrm>
            <a:off x="151194" y="3795486"/>
            <a:ext cx="8833654" cy="2910114"/>
          </a:xfrm>
          <a:solidFill>
            <a:schemeClr val="bg1"/>
          </a:solidFill>
          <a:ln w="60325" cmpd="sng">
            <a:solidFill>
              <a:srgbClr val="0070C0"/>
            </a:solidFill>
          </a:ln>
        </p:spPr>
        <p:txBody>
          <a:bodyPr>
            <a:normAutofit/>
          </a:bodyPr>
          <a:lstStyle>
            <a:lvl1pPr marL="0" indent="0" defTabSz="0">
              <a:buFont typeface="Arial" panose="020B0604020202020204" pitchFamily="34" charset="0"/>
              <a:buNone/>
              <a:defRPr sz="1200">
                <a:latin typeface="Courier New" panose="02070309020205020404" pitchFamily="49" charset="0"/>
                <a:cs typeface="Courier New" panose="02070309020205020404" pitchFamily="49" charset="0"/>
              </a:defRPr>
            </a:lvl1pPr>
            <a:lvl2pPr marL="342900" indent="0" defTabSz="0">
              <a:buFont typeface="Arial" panose="020B0604020202020204" pitchFamily="34" charset="0"/>
              <a:buNone/>
              <a:defRPr sz="1200">
                <a:latin typeface="Courier New" panose="02070309020205020404" pitchFamily="49" charset="0"/>
                <a:cs typeface="Courier New" panose="02070309020205020404" pitchFamily="49" charset="0"/>
              </a:defRPr>
            </a:lvl2pPr>
            <a:lvl3pPr marL="685800" indent="0" defTabSz="0">
              <a:buFont typeface="Arial" panose="020B0604020202020204" pitchFamily="34" charset="0"/>
              <a:buNone/>
              <a:defRPr sz="1200">
                <a:latin typeface="Courier New" panose="02070309020205020404" pitchFamily="49" charset="0"/>
                <a:cs typeface="Courier New" panose="02070309020205020404" pitchFamily="49" charset="0"/>
              </a:defRPr>
            </a:lvl3pPr>
            <a:lvl4pPr marL="1028700" indent="0" defTabSz="0">
              <a:buFont typeface="Arial" panose="020B0604020202020204" pitchFamily="34" charset="0"/>
              <a:buNone/>
              <a:defRPr sz="1200">
                <a:latin typeface="Courier New" panose="02070309020205020404" pitchFamily="49" charset="0"/>
                <a:cs typeface="Courier New" panose="02070309020205020404" pitchFamily="49" charset="0"/>
              </a:defRPr>
            </a:lvl4pPr>
            <a:lvl5pPr marL="1371600" indent="0" defTabSz="0">
              <a:buFont typeface="Arial" panose="020B0604020202020204" pitchFamily="34" charset="0"/>
              <a:buNone/>
              <a:defRPr sz="1200">
                <a:latin typeface="Courier New" panose="02070309020205020404" pitchFamily="49" charset="0"/>
                <a:cs typeface="Courier New" panose="02070309020205020404" pitchFamily="49" charset="0"/>
              </a:defRPr>
            </a:lvl5pPr>
          </a:lstStyle>
          <a:p>
            <a:pPr lvl="0"/>
            <a:r>
              <a:rPr lang="en-US" dirty="0"/>
              <a:t>Click to Edit/Paste/Insert Code or Paste/Insert Screenshot</a:t>
            </a:r>
          </a:p>
          <a:p>
            <a:pPr lvl="1"/>
            <a:r>
              <a:rPr lang="en-US" dirty="0"/>
              <a:t>	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5699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23216E-3091-410D-83D4-F3B694551529}"/>
              </a:ext>
            </a:extLst>
          </p:cNvPr>
          <p:cNvSpPr>
            <a:spLocks noGrp="1"/>
          </p:cNvSpPr>
          <p:nvPr>
            <p:ph type="title" hasCustomPrompt="1"/>
          </p:nvPr>
        </p:nvSpPr>
        <p:spPr/>
        <p:txBody>
          <a:bodyPr/>
          <a:lstStyle>
            <a:lvl1pPr>
              <a:defRPr/>
            </a:lvl1pPr>
          </a:lstStyle>
          <a:p>
            <a:r>
              <a:rPr lang="en-US" dirty="0"/>
              <a:t>Click to edit Code Title</a:t>
            </a:r>
          </a:p>
        </p:txBody>
      </p:sp>
      <p:sp>
        <p:nvSpPr>
          <p:cNvPr id="4" name="Text Placeholder 3">
            <a:extLst>
              <a:ext uri="{FF2B5EF4-FFF2-40B4-BE49-F238E27FC236}">
                <a16:creationId xmlns="" xmlns:a16="http://schemas.microsoft.com/office/drawing/2014/main" id="{8AA8E3D7-116C-400A-AC64-F86759F16B62}"/>
              </a:ext>
            </a:extLst>
          </p:cNvPr>
          <p:cNvSpPr>
            <a:spLocks noGrp="1"/>
          </p:cNvSpPr>
          <p:nvPr>
            <p:ph type="body" sz="quarter" idx="10" hasCustomPrompt="1"/>
          </p:nvPr>
        </p:nvSpPr>
        <p:spPr>
          <a:xfrm>
            <a:off x="93306" y="811763"/>
            <a:ext cx="8929396" cy="5859625"/>
          </a:xfrm>
        </p:spPr>
        <p:txBody>
          <a:bodyPr/>
          <a:lstStyle>
            <a:lvl1pPr marL="0" indent="0">
              <a:buNone/>
              <a:defRPr sz="2400">
                <a:latin typeface="Consolas" panose="020B0609020204030204" pitchFamily="49" charset="0"/>
              </a:defRPr>
            </a:lvl1pPr>
            <a:lvl2pPr marL="288925" indent="0">
              <a:buNone/>
              <a:defRPr sz="2000">
                <a:latin typeface="Consolas" panose="020B0609020204030204" pitchFamily="49" charset="0"/>
              </a:defRPr>
            </a:lvl2pPr>
            <a:lvl3pPr marL="681037" indent="0">
              <a:buNone/>
              <a:defRPr sz="1800">
                <a:latin typeface="Consolas" panose="020B0609020204030204" pitchFamily="49" charset="0"/>
              </a:defRPr>
            </a:lvl3pPr>
            <a:lvl4pPr marL="1089025" indent="0">
              <a:buNone/>
              <a:defRPr sz="1600">
                <a:latin typeface="Consolas" panose="020B0609020204030204" pitchFamily="49" charset="0"/>
              </a:defRPr>
            </a:lvl4pPr>
            <a:lvl5pPr marL="1376363" indent="0">
              <a:buNone/>
              <a:defRPr sz="1600">
                <a:latin typeface="Consolas" panose="020B0609020204030204" pitchFamily="49" charset="0"/>
              </a:defRPr>
            </a:lvl5pPr>
          </a:lstStyle>
          <a:p>
            <a:pPr lvl="0"/>
            <a:r>
              <a:rPr lang="en-US" dirty="0"/>
              <a:t>Edit Code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17181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01930" y="1189178"/>
            <a:ext cx="8740142" cy="4801075"/>
          </a:xfrm>
          <a:prstGeom prst="rect">
            <a:avLst/>
          </a:prstGeom>
        </p:spPr>
        <p:txBody>
          <a:bodyPr/>
          <a:lstStyle>
            <a:lvl1pPr marL="213593" indent="-213593">
              <a:buClr>
                <a:schemeClr val="tx1"/>
              </a:buClr>
              <a:buSzPct val="90000"/>
              <a:buFont typeface="Arial" pitchFamily="34" charset="0"/>
              <a:buChar char="•"/>
              <a:defRPr sz="2647">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20181" indent="-206590">
              <a:buClr>
                <a:schemeClr val="tx1"/>
              </a:buClr>
              <a:buSzPct val="90000"/>
              <a:buFont typeface="Arial" pitchFamily="34" charset="0"/>
              <a:buChar char="•"/>
              <a:defRPr sz="2353">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33773" indent="-213593">
              <a:buClr>
                <a:schemeClr val="tx1"/>
              </a:buClr>
              <a:buSzPct val="90000"/>
              <a:buFont typeface="Arial" pitchFamily="34" charset="0"/>
              <a:buChar char="•"/>
              <a:defRPr sz="2059">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801846" indent="-168073">
              <a:buClr>
                <a:schemeClr val="tx1"/>
              </a:buClr>
              <a:buSzPct val="90000"/>
              <a:buFont typeface="Arial" pitchFamily="34" charset="0"/>
              <a:buChar char="•"/>
              <a:defRPr sz="1765">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969919" indent="-168073">
              <a:buClr>
                <a:schemeClr val="tx1"/>
              </a:buClr>
              <a:buSzPct val="90000"/>
              <a:buFont typeface="Arial" pitchFamily="34" charset="0"/>
              <a:buChar char="•"/>
              <a:defRPr sz="1471">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38877"/>
            <a:ext cx="9144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2720" spc="-38"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hasCustomPrompt="1"/>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a:t>Click to edit Title</a:t>
            </a:r>
          </a:p>
        </p:txBody>
      </p:sp>
    </p:spTree>
    <p:extLst>
      <p:ext uri="{BB962C8B-B14F-4D97-AF65-F5344CB8AC3E}">
        <p14:creationId xmlns:p14="http://schemas.microsoft.com/office/powerpoint/2010/main" val="11963743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eps">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CCF24501-8757-48AA-B9DD-ED5BECE78DDC}"/>
              </a:ext>
            </a:extLst>
          </p:cNvPr>
          <p:cNvSpPr txBox="1"/>
          <p:nvPr userDrawn="1"/>
        </p:nvSpPr>
        <p:spPr>
          <a:xfrm>
            <a:off x="169906" y="2054745"/>
            <a:ext cx="1568243"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Observations</a:t>
            </a:r>
          </a:p>
        </p:txBody>
      </p:sp>
      <p:sp>
        <p:nvSpPr>
          <p:cNvPr id="2" name="Title 1"/>
          <p:cNvSpPr>
            <a:spLocks noGrp="1"/>
          </p:cNvSpPr>
          <p:nvPr>
            <p:ph type="title" hasCustomPrompt="1"/>
          </p:nvPr>
        </p:nvSpPr>
        <p:spPr/>
        <p:txBody>
          <a:bodyPr/>
          <a:lstStyle>
            <a:lvl1pPr>
              <a:defRPr/>
            </a:lvl1pPr>
          </a:lstStyle>
          <a:p>
            <a:r>
              <a:rPr lang="en-US" dirty="0"/>
              <a:t>Click to edit Steps Title</a:t>
            </a:r>
          </a:p>
        </p:txBody>
      </p:sp>
      <p:graphicFrame>
        <p:nvGraphicFramePr>
          <p:cNvPr id="3" name="Table 2">
            <a:extLst>
              <a:ext uri="{FF2B5EF4-FFF2-40B4-BE49-F238E27FC236}">
                <a16:creationId xmlns="" xmlns:a16="http://schemas.microsoft.com/office/drawing/2014/main" id="{0DA8EFC8-B6A4-4A4B-9EDA-91002B4DFD8C}"/>
              </a:ext>
            </a:extLst>
          </p:cNvPr>
          <p:cNvGraphicFramePr>
            <a:graphicFrameLocks noGrp="1"/>
          </p:cNvGraphicFramePr>
          <p:nvPr userDrawn="1">
            <p:extLst>
              <p:ext uri="{D42A27DB-BD31-4B8C-83A1-F6EECF244321}">
                <p14:modId xmlns:p14="http://schemas.microsoft.com/office/powerpoint/2010/main" val="69496546"/>
              </p:ext>
            </p:extLst>
          </p:nvPr>
        </p:nvGraphicFramePr>
        <p:xfrm>
          <a:off x="177800" y="987548"/>
          <a:ext cx="8799331" cy="915686"/>
        </p:xfrm>
        <a:graphic>
          <a:graphicData uri="http://schemas.openxmlformats.org/drawingml/2006/table">
            <a:tbl>
              <a:tblPr firstRow="1" bandRow="1">
                <a:tableStyleId>{5C22544A-7EE6-4342-B048-85BDC9FD1C3A}</a:tableStyleId>
              </a:tblPr>
              <a:tblGrid>
                <a:gridCol w="247754">
                  <a:extLst>
                    <a:ext uri="{9D8B030D-6E8A-4147-A177-3AD203B41FA5}">
                      <a16:colId xmlns="" xmlns:a16="http://schemas.microsoft.com/office/drawing/2014/main" val="612254498"/>
                    </a:ext>
                  </a:extLst>
                </a:gridCol>
                <a:gridCol w="2696305">
                  <a:extLst>
                    <a:ext uri="{9D8B030D-6E8A-4147-A177-3AD203B41FA5}">
                      <a16:colId xmlns="" xmlns:a16="http://schemas.microsoft.com/office/drawing/2014/main" val="1261049811"/>
                    </a:ext>
                  </a:extLst>
                </a:gridCol>
                <a:gridCol w="241057">
                  <a:extLst>
                    <a:ext uri="{9D8B030D-6E8A-4147-A177-3AD203B41FA5}">
                      <a16:colId xmlns="" xmlns:a16="http://schemas.microsoft.com/office/drawing/2014/main" val="2638922956"/>
                    </a:ext>
                  </a:extLst>
                </a:gridCol>
                <a:gridCol w="2696305">
                  <a:extLst>
                    <a:ext uri="{9D8B030D-6E8A-4147-A177-3AD203B41FA5}">
                      <a16:colId xmlns="" xmlns:a16="http://schemas.microsoft.com/office/drawing/2014/main" val="1530065899"/>
                    </a:ext>
                  </a:extLst>
                </a:gridCol>
                <a:gridCol w="221605">
                  <a:extLst>
                    <a:ext uri="{9D8B030D-6E8A-4147-A177-3AD203B41FA5}">
                      <a16:colId xmlns="" xmlns:a16="http://schemas.microsoft.com/office/drawing/2014/main" val="1628348927"/>
                    </a:ext>
                  </a:extLst>
                </a:gridCol>
                <a:gridCol w="2696305">
                  <a:extLst>
                    <a:ext uri="{9D8B030D-6E8A-4147-A177-3AD203B41FA5}">
                      <a16:colId xmlns="" xmlns:a16="http://schemas.microsoft.com/office/drawing/2014/main" val="3564049150"/>
                    </a:ext>
                  </a:extLst>
                </a:gridCol>
              </a:tblGrid>
              <a:tr h="915686">
                <a:tc>
                  <a:txBody>
                    <a:bodyPr/>
                    <a:lstStyle/>
                    <a:p>
                      <a:pPr algn="ctr"/>
                      <a:r>
                        <a:rPr lang="en-US" sz="1800" dirty="0">
                          <a:solidFill>
                            <a:schemeClr val="bg1"/>
                          </a:solidFill>
                        </a:rPr>
                        <a:t>1</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indent="0" algn="l">
                        <a:buFont typeface="Arial" panose="020B0604020202020204" pitchFamily="34" charset="0"/>
                        <a:buNone/>
                      </a:pPr>
                      <a:endParaRPr lang="en-US" sz="1200" b="0" dirty="0">
                        <a:solidFill>
                          <a:schemeClr val="tx1"/>
                        </a:solidFill>
                        <a:latin typeface="Segoe UI" panose="020B0502040204020203" pitchFamily="34" charset="0"/>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a:solidFill>
                            <a:schemeClr val="bg1"/>
                          </a:solidFill>
                        </a:rPr>
                        <a:t>2</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a:solidFill>
                            <a:schemeClr val="bg1"/>
                          </a:solidFill>
                        </a:rPr>
                        <a:t>3</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2296024"/>
                  </a:ext>
                </a:extLst>
              </a:tr>
            </a:tbl>
          </a:graphicData>
        </a:graphic>
      </p:graphicFrame>
      <p:sp>
        <p:nvSpPr>
          <p:cNvPr id="7" name="TextBox 6">
            <a:extLst>
              <a:ext uri="{FF2B5EF4-FFF2-40B4-BE49-F238E27FC236}">
                <a16:creationId xmlns="" xmlns:a16="http://schemas.microsoft.com/office/drawing/2014/main" id="{92028F83-BC57-46B6-AE4F-F363D917BFB5}"/>
              </a:ext>
            </a:extLst>
          </p:cNvPr>
          <p:cNvSpPr txBox="1"/>
          <p:nvPr userDrawn="1"/>
        </p:nvSpPr>
        <p:spPr>
          <a:xfrm>
            <a:off x="4669826" y="2026752"/>
            <a:ext cx="1568243"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Results</a:t>
            </a:r>
          </a:p>
        </p:txBody>
      </p:sp>
      <p:sp>
        <p:nvSpPr>
          <p:cNvPr id="8" name="TextBox 7">
            <a:extLst>
              <a:ext uri="{FF2B5EF4-FFF2-40B4-BE49-F238E27FC236}">
                <a16:creationId xmlns="" xmlns:a16="http://schemas.microsoft.com/office/drawing/2014/main" id="{1B2D9789-D165-4BDB-A460-2343E7F13D54}"/>
              </a:ext>
            </a:extLst>
          </p:cNvPr>
          <p:cNvSpPr txBox="1"/>
          <p:nvPr userDrawn="1"/>
        </p:nvSpPr>
        <p:spPr>
          <a:xfrm>
            <a:off x="169906" y="5243163"/>
            <a:ext cx="1565352"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Resources</a:t>
            </a:r>
          </a:p>
        </p:txBody>
      </p:sp>
      <p:sp>
        <p:nvSpPr>
          <p:cNvPr id="10" name="TextBox 9">
            <a:extLst>
              <a:ext uri="{FF2B5EF4-FFF2-40B4-BE49-F238E27FC236}">
                <a16:creationId xmlns="" xmlns:a16="http://schemas.microsoft.com/office/drawing/2014/main" id="{2A40F325-ADB0-41C7-9EF7-7E36EF2381D6}"/>
              </a:ext>
            </a:extLst>
          </p:cNvPr>
          <p:cNvSpPr txBox="1"/>
          <p:nvPr userDrawn="1"/>
        </p:nvSpPr>
        <p:spPr>
          <a:xfrm>
            <a:off x="169904" y="794128"/>
            <a:ext cx="1568244"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Steps</a:t>
            </a:r>
          </a:p>
        </p:txBody>
      </p:sp>
      <p:sp>
        <p:nvSpPr>
          <p:cNvPr id="19" name="Text Placeholder 18">
            <a:extLst>
              <a:ext uri="{FF2B5EF4-FFF2-40B4-BE49-F238E27FC236}">
                <a16:creationId xmlns="" xmlns:a16="http://schemas.microsoft.com/office/drawing/2014/main" id="{97DBA5D9-8C6D-43D4-A24D-D27248395183}"/>
              </a:ext>
            </a:extLst>
          </p:cNvPr>
          <p:cNvSpPr>
            <a:spLocks noGrp="1"/>
          </p:cNvSpPr>
          <p:nvPr>
            <p:ph type="body" sz="quarter" idx="12" hasCustomPrompt="1"/>
          </p:nvPr>
        </p:nvSpPr>
        <p:spPr>
          <a:xfrm>
            <a:off x="460375" y="1035632"/>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1</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18">
            <a:extLst>
              <a:ext uri="{FF2B5EF4-FFF2-40B4-BE49-F238E27FC236}">
                <a16:creationId xmlns="" xmlns:a16="http://schemas.microsoft.com/office/drawing/2014/main" id="{35DE67FC-9970-40AE-86CC-CDE63AD436CF}"/>
              </a:ext>
            </a:extLst>
          </p:cNvPr>
          <p:cNvSpPr>
            <a:spLocks noGrp="1"/>
          </p:cNvSpPr>
          <p:nvPr>
            <p:ph type="body" sz="quarter" idx="13" hasCustomPrompt="1"/>
          </p:nvPr>
        </p:nvSpPr>
        <p:spPr>
          <a:xfrm>
            <a:off x="3405726" y="1016750"/>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2</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8">
            <a:extLst>
              <a:ext uri="{FF2B5EF4-FFF2-40B4-BE49-F238E27FC236}">
                <a16:creationId xmlns="" xmlns:a16="http://schemas.microsoft.com/office/drawing/2014/main" id="{5DA0B143-17CC-4340-B000-4AB93B418219}"/>
              </a:ext>
            </a:extLst>
          </p:cNvPr>
          <p:cNvSpPr>
            <a:spLocks noGrp="1"/>
          </p:cNvSpPr>
          <p:nvPr>
            <p:ph type="body" sz="quarter" idx="14" hasCustomPrompt="1"/>
          </p:nvPr>
        </p:nvSpPr>
        <p:spPr>
          <a:xfrm>
            <a:off x="6351077" y="1031847"/>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3</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18">
            <a:extLst>
              <a:ext uri="{FF2B5EF4-FFF2-40B4-BE49-F238E27FC236}">
                <a16:creationId xmlns="" xmlns:a16="http://schemas.microsoft.com/office/drawing/2014/main" id="{D3A2EF9D-8503-44C9-8C8A-AD3AB6E8B9E7}"/>
              </a:ext>
            </a:extLst>
          </p:cNvPr>
          <p:cNvSpPr>
            <a:spLocks noGrp="1"/>
          </p:cNvSpPr>
          <p:nvPr>
            <p:ph type="body" sz="quarter" idx="17" hasCustomPrompt="1"/>
          </p:nvPr>
        </p:nvSpPr>
        <p:spPr>
          <a:xfrm>
            <a:off x="187194" y="5514817"/>
            <a:ext cx="8799331" cy="1065841"/>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Resources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18">
            <a:extLst>
              <a:ext uri="{FF2B5EF4-FFF2-40B4-BE49-F238E27FC236}">
                <a16:creationId xmlns="" xmlns:a16="http://schemas.microsoft.com/office/drawing/2014/main" id="{15DBFA86-3281-48C1-B37A-60EAF36BD25D}"/>
              </a:ext>
            </a:extLst>
          </p:cNvPr>
          <p:cNvSpPr>
            <a:spLocks noGrp="1"/>
          </p:cNvSpPr>
          <p:nvPr>
            <p:ph type="body" sz="quarter" idx="16" hasCustomPrompt="1"/>
          </p:nvPr>
        </p:nvSpPr>
        <p:spPr>
          <a:xfrm>
            <a:off x="4678319" y="2265437"/>
            <a:ext cx="4295775" cy="2862989"/>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Results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18">
            <a:extLst>
              <a:ext uri="{FF2B5EF4-FFF2-40B4-BE49-F238E27FC236}">
                <a16:creationId xmlns="" xmlns:a16="http://schemas.microsoft.com/office/drawing/2014/main" id="{2BFCEE7C-1B60-4DD2-A577-07AE5CD0142E}"/>
              </a:ext>
            </a:extLst>
          </p:cNvPr>
          <p:cNvSpPr>
            <a:spLocks noGrp="1"/>
          </p:cNvSpPr>
          <p:nvPr>
            <p:ph type="body" sz="quarter" idx="15" hasCustomPrompt="1"/>
          </p:nvPr>
        </p:nvSpPr>
        <p:spPr>
          <a:xfrm>
            <a:off x="177800" y="2301875"/>
            <a:ext cx="4263572" cy="2826552"/>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Observations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Arrow: Down 10">
            <a:extLst>
              <a:ext uri="{FF2B5EF4-FFF2-40B4-BE49-F238E27FC236}">
                <a16:creationId xmlns="" xmlns:a16="http://schemas.microsoft.com/office/drawing/2014/main" id="{F67E61E6-AA38-485B-AE09-CD08BBD8FABF}"/>
              </a:ext>
            </a:extLst>
          </p:cNvPr>
          <p:cNvSpPr/>
          <p:nvPr userDrawn="1"/>
        </p:nvSpPr>
        <p:spPr bwMode="auto">
          <a:xfrm rot="16200000">
            <a:off x="2927137" y="814018"/>
            <a:ext cx="470385" cy="2854139"/>
          </a:xfrm>
          <a:prstGeom prst="downArrow">
            <a:avLst>
              <a:gd name="adj1" fmla="val 31468"/>
              <a:gd name="adj2" fmla="val 37425"/>
            </a:avLst>
          </a:prstGeom>
          <a:gradFill flip="none" rotWithShape="1">
            <a:gsLst>
              <a:gs pos="0">
                <a:srgbClr val="0078D7">
                  <a:lumMod val="0"/>
                  <a:lumOff val="100000"/>
                  <a:alpha val="0"/>
                </a:srgbClr>
              </a:gs>
              <a:gs pos="100000">
                <a:srgbClr val="0078D7">
                  <a:lumMod val="45000"/>
                  <a:lumOff val="55000"/>
                </a:srgbClr>
              </a:gs>
              <a:gs pos="100000">
                <a:schemeClr val="accent6"/>
              </a:gs>
            </a:gsLst>
            <a:lin ang="5400000" scaled="1"/>
            <a:tileRect/>
          </a:gradFill>
          <a:ln>
            <a:noFill/>
          </a:ln>
          <a:effectLst/>
        </p:spPr>
        <p:txBody>
          <a:bodyPr rot="0" spcFirstLastPara="0" vertOverflow="overflow" horzOverflow="overflow" vert="horz" wrap="square" lIns="137141" tIns="109713" rIns="137141" bIns="109713" numCol="1" spcCol="0" rtlCol="0" fromWordArt="0" anchor="t" anchorCtr="0" forceAA="0" compatLnSpc="1">
            <a:prstTxWarp prst="textNoShape">
              <a:avLst/>
            </a:prstTxWarp>
            <a:noAutofit/>
          </a:bodyPr>
          <a:lstStyle/>
          <a:p>
            <a:pPr algn="ctr" defTabSz="699220" fontAlgn="base">
              <a:lnSpc>
                <a:spcPct val="90000"/>
              </a:lnSpc>
              <a:spcBef>
                <a:spcPct val="0"/>
              </a:spcBef>
              <a:spcAft>
                <a:spcPct val="0"/>
              </a:spcAft>
              <a:defRPr/>
            </a:pPr>
            <a:endParaRPr lang="en-US" sz="1800" kern="0" err="1">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3345414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Text Placeholder 4">
            <a:extLst>
              <a:ext uri="{FF2B5EF4-FFF2-40B4-BE49-F238E27FC236}">
                <a16:creationId xmlns="" xmlns:a16="http://schemas.microsoft.com/office/drawing/2014/main" id="{24211B1E-98C0-42A2-80F7-77814EB2808C}"/>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28043648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 xmlns:a16="http://schemas.microsoft.com/office/drawing/2014/main" id="{17FADCA2-DA60-489B-A501-CF188B651DD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921153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4">
            <a:extLst>
              <a:ext uri="{FF2B5EF4-FFF2-40B4-BE49-F238E27FC236}">
                <a16:creationId xmlns="" xmlns:a16="http://schemas.microsoft.com/office/drawing/2014/main" id="{D037460C-05C3-42DE-B703-45DCB074BAFD}"/>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67289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4">
            <a:extLst>
              <a:ext uri="{FF2B5EF4-FFF2-40B4-BE49-F238E27FC236}">
                <a16:creationId xmlns="" xmlns:a16="http://schemas.microsoft.com/office/drawing/2014/main" id="{8C7EC5AE-0525-48F7-B435-5B9653415066}"/>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483153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a:extLst>
              <a:ext uri="{FF2B5EF4-FFF2-40B4-BE49-F238E27FC236}">
                <a16:creationId xmlns="" xmlns:a16="http://schemas.microsoft.com/office/drawing/2014/main" id="{90A4200F-D9E6-4624-905A-FC78FABE78C8}"/>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3324877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a:extLst>
              <a:ext uri="{FF2B5EF4-FFF2-40B4-BE49-F238E27FC236}">
                <a16:creationId xmlns="" xmlns:a16="http://schemas.microsoft.com/office/drawing/2014/main" id="{7064F4CD-50E4-4810-A21F-C7BB8E8F2CF0}"/>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656603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15186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164857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03EBAF-BB52-4FEC-9EE9-8BBEE62A6D43}" type="datetimeFigureOut">
              <a:rPr lang="de-DE" smtClean="0">
                <a:solidFill>
                  <a:prstClr val="black">
                    <a:tint val="75000"/>
                  </a:prstClr>
                </a:solidFill>
              </a:rPr>
              <a:pPr/>
              <a:t>17.06.2018</a:t>
            </a:fld>
            <a:endParaRPr lang="de-DE">
              <a:solidFill>
                <a:prstClr val="black">
                  <a:tint val="75000"/>
                </a:prstClr>
              </a:solidFill>
            </a:endParaRPr>
          </a:p>
        </p:txBody>
      </p:sp>
      <p:sp>
        <p:nvSpPr>
          <p:cNvPr id="3" name="Footer Placeholder 2"/>
          <p:cNvSpPr>
            <a:spLocks noGrp="1"/>
          </p:cNvSpPr>
          <p:nvPr>
            <p:ph type="ftr" sz="quarter" idx="11"/>
          </p:nvPr>
        </p:nvSpPr>
        <p:spPr/>
        <p:txBody>
          <a:bodyPr/>
          <a:lstStyle/>
          <a:p>
            <a:endParaRPr lang="de-DE">
              <a:solidFill>
                <a:prstClr val="black">
                  <a:tint val="75000"/>
                </a:prstClr>
              </a:solidFill>
            </a:endParaRPr>
          </a:p>
        </p:txBody>
      </p:sp>
      <p:sp>
        <p:nvSpPr>
          <p:cNvPr id="4" name="Slide Number Placeholder 3"/>
          <p:cNvSpPr>
            <a:spLocks noGrp="1"/>
          </p:cNvSpPr>
          <p:nvPr>
            <p:ph type="sldNum" sz="quarter" idx="12"/>
          </p:nvPr>
        </p:nvSpPr>
        <p:spPr/>
        <p:txBody>
          <a:bodyPr/>
          <a:lstStyle/>
          <a:p>
            <a:fld id="{78737CF5-2D32-48D6-9100-749DEC1D6F62}" type="slidenum">
              <a:rPr lang="de-DE" smtClean="0">
                <a:solidFill>
                  <a:prstClr val="black">
                    <a:tint val="75000"/>
                  </a:prstClr>
                </a:solidFill>
              </a:rPr>
              <a:pPr/>
              <a:t>‹#›</a:t>
            </a:fld>
            <a:endParaRPr lang="de-DE">
              <a:solidFill>
                <a:prstClr val="black">
                  <a:tint val="75000"/>
                </a:prstClr>
              </a:solidFill>
            </a:endParaRPr>
          </a:p>
        </p:txBody>
      </p:sp>
    </p:spTree>
    <p:extLst>
      <p:ext uri="{BB962C8B-B14F-4D97-AF65-F5344CB8AC3E}">
        <p14:creationId xmlns:p14="http://schemas.microsoft.com/office/powerpoint/2010/main" val="4000979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Exam-Tip">
    <p:bg>
      <p:bgPr>
        <a:solidFill>
          <a:srgbClr val="00B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55620" y="381459"/>
            <a:ext cx="6088380" cy="800207"/>
          </a:xfrm>
        </p:spPr>
        <p:txBody>
          <a:bodyPr>
            <a:normAutofit/>
          </a:bodyPr>
          <a:lstStyle>
            <a:lvl1pPr algn="l" defTabSz="685800" rtl="0" eaLnBrk="1" latinLnBrk="0" hangingPunct="1">
              <a:lnSpc>
                <a:spcPct val="90000"/>
              </a:lnSpc>
              <a:spcBef>
                <a:spcPct val="0"/>
              </a:spcBef>
              <a:buNone/>
              <a:defRPr lang="en-US" sz="4050" b="1" i="1" u="none" kern="1200" baseline="0" dirty="0">
                <a:solidFill>
                  <a:schemeClr val="tx1"/>
                </a:solidFill>
                <a:latin typeface="Segoe UI" panose="020B0502040204020203" pitchFamily="34" charset="0"/>
                <a:ea typeface="+mj-ea"/>
                <a:cs typeface="Segoe UI" panose="020B0502040204020203" pitchFamily="34" charset="0"/>
              </a:defRPr>
            </a:lvl1pPr>
          </a:lstStyle>
          <a:p>
            <a:endParaRPr lang="en-US" dirty="0"/>
          </a:p>
        </p:txBody>
      </p:sp>
      <p:sp>
        <p:nvSpPr>
          <p:cNvPr id="4" name="Text Placeholder 3"/>
          <p:cNvSpPr>
            <a:spLocks noGrp="1"/>
          </p:cNvSpPr>
          <p:nvPr>
            <p:ph type="body" sz="quarter" idx="11"/>
          </p:nvPr>
        </p:nvSpPr>
        <p:spPr>
          <a:xfrm>
            <a:off x="201060" y="1361440"/>
            <a:ext cx="8741880" cy="4704080"/>
          </a:xfrm>
        </p:spPr>
        <p:txBody>
          <a:bodyPr>
            <a:noAutofit/>
          </a:bodyPr>
          <a:lstStyle>
            <a:lvl1pPr marL="0" indent="0">
              <a:buNone/>
              <a:defRPr sz="3000">
                <a:latin typeface="Segoe UI" panose="020B0502040204020203" pitchFamily="34" charset="0"/>
                <a:cs typeface="Segoe UI" panose="020B0502040204020203" pitchFamily="34" charset="0"/>
              </a:defRPr>
            </a:lvl1pPr>
            <a:lvl2pPr marL="21009" indent="0">
              <a:buNone/>
              <a:defRPr sz="1471"/>
            </a:lvl2pPr>
            <a:lvl3pPr marL="164571" indent="0">
              <a:buNone/>
              <a:defRPr sz="1471"/>
            </a:lvl3pPr>
            <a:lvl4pPr marL="350151" indent="0">
              <a:buNone/>
              <a:defRPr sz="1324"/>
            </a:lvl4pPr>
            <a:lvl5pPr marL="543901" indent="0">
              <a:buNone/>
              <a:defRPr sz="1324"/>
            </a:lvl5pPr>
          </a:lstStyle>
          <a:p>
            <a:pPr lvl="0"/>
            <a:endParaRPr lang="en-US" dirty="0"/>
          </a:p>
        </p:txBody>
      </p:sp>
      <p:sp>
        <p:nvSpPr>
          <p:cNvPr id="3" name="Rectangle 2"/>
          <p:cNvSpPr/>
          <p:nvPr userDrawn="1"/>
        </p:nvSpPr>
        <p:spPr>
          <a:xfrm>
            <a:off x="201060" y="286312"/>
            <a:ext cx="2774286" cy="715581"/>
          </a:xfrm>
          <a:prstGeom prst="rect">
            <a:avLst/>
          </a:prstGeom>
        </p:spPr>
        <p:txBody>
          <a:bodyPr wrap="none">
            <a:spAutoFit/>
          </a:bodyPr>
          <a:lstStyle/>
          <a:p>
            <a:r>
              <a:rPr lang="en-US" sz="4050" dirty="0">
                <a:latin typeface="Segoe UI" panose="020B0502040204020203" pitchFamily="34" charset="0"/>
                <a:cs typeface="Segoe UI" panose="020B0502040204020203" pitchFamily="34" charset="0"/>
              </a:rPr>
              <a:t>EXAM TIP!</a:t>
            </a:r>
          </a:p>
        </p:txBody>
      </p:sp>
    </p:spTree>
    <p:extLst>
      <p:ext uri="{BB962C8B-B14F-4D97-AF65-F5344CB8AC3E}">
        <p14:creationId xmlns:p14="http://schemas.microsoft.com/office/powerpoint/2010/main" val="88969780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amp; Code">
    <p:spTree>
      <p:nvGrpSpPr>
        <p:cNvPr id="1" name=""/>
        <p:cNvGrpSpPr/>
        <p:nvPr/>
      </p:nvGrpSpPr>
      <p:grpSpPr>
        <a:xfrm>
          <a:off x="0" y="0"/>
          <a:ext cx="0" cy="0"/>
          <a:chOff x="0" y="0"/>
          <a:chExt cx="0" cy="0"/>
        </a:xfrm>
      </p:grpSpPr>
      <p:sp>
        <p:nvSpPr>
          <p:cNvPr id="2" name="Title 1"/>
          <p:cNvSpPr>
            <a:spLocks noGrp="1"/>
          </p:cNvSpPr>
          <p:nvPr>
            <p:ph type="title"/>
          </p:nvPr>
        </p:nvSpPr>
        <p:spPr>
          <a:xfrm>
            <a:off x="151194" y="353551"/>
            <a:ext cx="8833654" cy="878350"/>
          </a:xfrm>
        </p:spPr>
        <p:txBody>
          <a:bodyPr/>
          <a:lstStyle/>
          <a:p>
            <a:r>
              <a:rPr lang="en-US" dirty="0"/>
              <a:t>Click to edit Master title style</a:t>
            </a:r>
          </a:p>
        </p:txBody>
      </p:sp>
      <p:sp>
        <p:nvSpPr>
          <p:cNvPr id="3" name="Content Placeholder 2"/>
          <p:cNvSpPr>
            <a:spLocks noGrp="1"/>
          </p:cNvSpPr>
          <p:nvPr>
            <p:ph idx="1"/>
          </p:nvPr>
        </p:nvSpPr>
        <p:spPr>
          <a:xfrm>
            <a:off x="151194" y="1231902"/>
            <a:ext cx="8833654" cy="2421204"/>
          </a:xfrm>
        </p:spPr>
        <p:txBody>
          <a:bodyPr>
            <a:normAutofit/>
          </a:bodyPr>
          <a:lstStyle>
            <a:lvl1pPr marL="0" indent="0">
              <a:buFont typeface="Arial" panose="020B0604020202020204" pitchFamily="34" charset="0"/>
              <a:buNone/>
              <a:defRPr sz="2100"/>
            </a:lvl1pPr>
            <a:lvl2pPr marL="342900" indent="0">
              <a:buFont typeface="Arial" panose="020B0604020202020204" pitchFamily="34" charset="0"/>
              <a:buNone/>
              <a:defRPr sz="1800"/>
            </a:lvl2pPr>
            <a:lvl3pPr marL="685800" indent="0">
              <a:buFont typeface="Arial" panose="020B0604020202020204" pitchFamily="34" charset="0"/>
              <a:buNone/>
              <a:defRPr sz="1500"/>
            </a:lvl3pPr>
            <a:lvl4pPr marL="1028700" indent="0">
              <a:buFont typeface="Arial" panose="020B0604020202020204" pitchFamily="34" charset="0"/>
              <a:buNone/>
              <a:defRPr sz="1350"/>
            </a:lvl4pPr>
            <a:lvl5pPr marL="1371600" indent="0">
              <a:buFont typeface="Arial" panose="020B0604020202020204" pitchFamily="34" charset="0"/>
              <a:buNone/>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 xmlns:a16="http://schemas.microsoft.com/office/drawing/2014/main" id="{06833DA2-9089-4E59-9B9D-7F3A29DCE61C}"/>
              </a:ext>
            </a:extLst>
          </p:cNvPr>
          <p:cNvSpPr/>
          <p:nvPr userDrawn="1"/>
        </p:nvSpPr>
        <p:spPr bwMode="auto">
          <a:xfrm>
            <a:off x="33849" y="3653108"/>
            <a:ext cx="9020275" cy="3129417"/>
          </a:xfrm>
          <a:prstGeom prst="rect">
            <a:avLst/>
          </a:prstGeom>
          <a:solidFill>
            <a:schemeClr val="accent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77" fontAlgn="base">
              <a:spcBef>
                <a:spcPct val="0"/>
              </a:spcBef>
              <a:spcAft>
                <a:spcPct val="0"/>
              </a:spcAft>
            </a:pPr>
            <a:endParaRPr lang="en-US" sz="1471" dirty="0">
              <a:gradFill>
                <a:gsLst>
                  <a:gs pos="0">
                    <a:srgbClr val="FFFFFF"/>
                  </a:gs>
                  <a:gs pos="100000">
                    <a:srgbClr val="FFFFFF"/>
                  </a:gs>
                </a:gsLst>
                <a:lin ang="5400000" scaled="0"/>
              </a:gradFill>
            </a:endParaRPr>
          </a:p>
        </p:txBody>
      </p:sp>
      <p:sp>
        <p:nvSpPr>
          <p:cNvPr id="10" name="Content Placeholder 2">
            <a:extLst>
              <a:ext uri="{FF2B5EF4-FFF2-40B4-BE49-F238E27FC236}">
                <a16:creationId xmlns="" xmlns:a16="http://schemas.microsoft.com/office/drawing/2014/main" id="{A7A07890-C86B-4334-9F28-D4C01C01B9F8}"/>
              </a:ext>
            </a:extLst>
          </p:cNvPr>
          <p:cNvSpPr>
            <a:spLocks noGrp="1"/>
          </p:cNvSpPr>
          <p:nvPr>
            <p:ph idx="10" hasCustomPrompt="1"/>
          </p:nvPr>
        </p:nvSpPr>
        <p:spPr>
          <a:xfrm>
            <a:off x="151194" y="3795486"/>
            <a:ext cx="8833654" cy="2910114"/>
          </a:xfrm>
          <a:solidFill>
            <a:schemeClr val="bg1"/>
          </a:solidFill>
        </p:spPr>
        <p:txBody>
          <a:bodyPr>
            <a:normAutofit/>
          </a:bodyPr>
          <a:lstStyle>
            <a:lvl1pPr marL="0" indent="0" defTabSz="0">
              <a:buFont typeface="Arial" panose="020B0604020202020204" pitchFamily="34" charset="0"/>
              <a:buNone/>
              <a:defRPr sz="750">
                <a:latin typeface="Courier New" panose="02070309020205020404" pitchFamily="49" charset="0"/>
                <a:cs typeface="Courier New" panose="02070309020205020404" pitchFamily="49" charset="0"/>
              </a:defRPr>
            </a:lvl1pPr>
            <a:lvl2pPr marL="342900" indent="0" defTabSz="0">
              <a:buFont typeface="Arial" panose="020B0604020202020204" pitchFamily="34" charset="0"/>
              <a:buNone/>
              <a:defRPr sz="750">
                <a:latin typeface="Courier New" panose="02070309020205020404" pitchFamily="49" charset="0"/>
                <a:cs typeface="Courier New" panose="02070309020205020404" pitchFamily="49" charset="0"/>
              </a:defRPr>
            </a:lvl2pPr>
            <a:lvl3pPr marL="685800" indent="0" defTabSz="0">
              <a:buFont typeface="Arial" panose="020B0604020202020204" pitchFamily="34" charset="0"/>
              <a:buNone/>
              <a:defRPr sz="750">
                <a:latin typeface="Courier New" panose="02070309020205020404" pitchFamily="49" charset="0"/>
                <a:cs typeface="Courier New" panose="02070309020205020404" pitchFamily="49" charset="0"/>
              </a:defRPr>
            </a:lvl3pPr>
            <a:lvl4pPr marL="1028700" indent="0" defTabSz="0">
              <a:buFont typeface="Arial" panose="020B0604020202020204" pitchFamily="34" charset="0"/>
              <a:buNone/>
              <a:defRPr sz="750">
                <a:latin typeface="Courier New" panose="02070309020205020404" pitchFamily="49" charset="0"/>
                <a:cs typeface="Courier New" panose="02070309020205020404" pitchFamily="49" charset="0"/>
              </a:defRPr>
            </a:lvl4pPr>
            <a:lvl5pPr marL="1371600" indent="0" defTabSz="0">
              <a:buFont typeface="Arial" panose="020B0604020202020204" pitchFamily="34" charset="0"/>
              <a:buNone/>
              <a:defRPr sz="750">
                <a:latin typeface="Courier New" panose="02070309020205020404" pitchFamily="49" charset="0"/>
                <a:cs typeface="Courier New" panose="02070309020205020404" pitchFamily="49" charset="0"/>
              </a:defRPr>
            </a:lvl5pPr>
          </a:lstStyle>
          <a:p>
            <a:pPr lvl="0"/>
            <a:r>
              <a:rPr lang="en-US" dirty="0"/>
              <a:t>Click to Edit/Paste/Insert Code or Paste/Insert Screenshot</a:t>
            </a:r>
          </a:p>
          <a:p>
            <a:pPr lvl="1"/>
            <a:r>
              <a:rPr lang="en-US" dirty="0"/>
              <a:t>	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39398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FB0DD6-4E13-49C4-9A70-D98C161C8DA2}"/>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 xmlns:a16="http://schemas.microsoft.com/office/drawing/2014/main" id="{B37A826E-B16E-4C6F-99CE-2E9A071BF7C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 xmlns:a16="http://schemas.microsoft.com/office/drawing/2014/main" id="{78457BB2-E55F-454D-97E4-364820B7A4D8}"/>
              </a:ext>
            </a:extLst>
          </p:cNvPr>
          <p:cNvSpPr>
            <a:spLocks noGrp="1"/>
          </p:cNvSpPr>
          <p:nvPr>
            <p:ph type="dt" sz="half" idx="10"/>
          </p:nvPr>
        </p:nvSpPr>
        <p:spPr/>
        <p:txBody>
          <a:bodyPr/>
          <a:lstStyle/>
          <a:p>
            <a:fld id="{2830D52A-5F20-49F5-B0E2-4E520F8A6D94}" type="datetimeFigureOut">
              <a:rPr lang="en-US" smtClean="0"/>
              <a:t>6/17/2018</a:t>
            </a:fld>
            <a:endParaRPr lang="en-US"/>
          </a:p>
        </p:txBody>
      </p:sp>
      <p:sp>
        <p:nvSpPr>
          <p:cNvPr id="5" name="Footer Placeholder 4">
            <a:extLst>
              <a:ext uri="{FF2B5EF4-FFF2-40B4-BE49-F238E27FC236}">
                <a16:creationId xmlns="" xmlns:a16="http://schemas.microsoft.com/office/drawing/2014/main" id="{4782507C-3967-4419-8F26-13E68DEF71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26FF91C0-BAFF-4B17-B006-F028B7C589B2}"/>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6919358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791061-0968-4914-8CC8-55FACC27E2F7}"/>
              </a:ext>
            </a:extLst>
          </p:cNvPr>
          <p:cNvSpPr>
            <a:spLocks noGrp="1"/>
          </p:cNvSpPr>
          <p:nvPr>
            <p:ph type="title"/>
          </p:nvPr>
        </p:nvSpPr>
        <p:spPr>
          <a:noFill/>
          <a:ln>
            <a:noFill/>
          </a:ln>
        </p:spPr>
        <p:style>
          <a:lnRef idx="0">
            <a:scrgbClr r="0" g="0" b="0"/>
          </a:lnRef>
          <a:fillRef idx="0">
            <a:scrgbClr r="0" g="0" b="0"/>
          </a:fillRef>
          <a:effectRef idx="0">
            <a:scrgbClr r="0" g="0" b="0"/>
          </a:effectRef>
          <a:fontRef idx="minor">
            <a:schemeClr val="accent5"/>
          </a:fontRef>
        </p:style>
        <p:txBody>
          <a:bodyPr/>
          <a:lstStyle/>
          <a:p>
            <a:r>
              <a:rPr lang="en-US" dirty="0"/>
              <a:t>Click to edit Master title style</a:t>
            </a:r>
          </a:p>
        </p:txBody>
      </p:sp>
      <p:sp>
        <p:nvSpPr>
          <p:cNvPr id="3" name="Content Placeholder 2">
            <a:extLst>
              <a:ext uri="{FF2B5EF4-FFF2-40B4-BE49-F238E27FC236}">
                <a16:creationId xmlns="" xmlns:a16="http://schemas.microsoft.com/office/drawing/2014/main" id="{5AD0C258-98F1-47AD-AFB4-8D9E8A9384F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8D52EAF4-6C87-4D07-8FA5-B5C4A16CF7C2}"/>
              </a:ext>
            </a:extLst>
          </p:cNvPr>
          <p:cNvSpPr>
            <a:spLocks noGrp="1"/>
          </p:cNvSpPr>
          <p:nvPr>
            <p:ph type="dt" sz="half" idx="10"/>
          </p:nvPr>
        </p:nvSpPr>
        <p:spPr/>
        <p:txBody>
          <a:bodyPr/>
          <a:lstStyle/>
          <a:p>
            <a:fld id="{2830D52A-5F20-49F5-B0E2-4E520F8A6D94}" type="datetimeFigureOut">
              <a:rPr lang="en-US" smtClean="0"/>
              <a:t>6/17/2018</a:t>
            </a:fld>
            <a:endParaRPr lang="en-US"/>
          </a:p>
        </p:txBody>
      </p:sp>
      <p:sp>
        <p:nvSpPr>
          <p:cNvPr id="5" name="Footer Placeholder 4">
            <a:extLst>
              <a:ext uri="{FF2B5EF4-FFF2-40B4-BE49-F238E27FC236}">
                <a16:creationId xmlns="" xmlns:a16="http://schemas.microsoft.com/office/drawing/2014/main" id="{72C0EDAA-1D8F-459F-A2FF-6F60568847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5108E5C7-6C19-4E58-8B28-D0AD4641A83A}"/>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7664905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01F719-B971-48B3-BB3C-FDACE096A9D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 xmlns:a16="http://schemas.microsoft.com/office/drawing/2014/main" id="{D2F895F3-6654-4B0B-B4DF-D7261C7A815E}"/>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 xmlns:a16="http://schemas.microsoft.com/office/drawing/2014/main" id="{CE90CC53-1863-445F-B700-412477A7429F}"/>
              </a:ext>
            </a:extLst>
          </p:cNvPr>
          <p:cNvSpPr>
            <a:spLocks noGrp="1"/>
          </p:cNvSpPr>
          <p:nvPr>
            <p:ph type="dt" sz="half" idx="10"/>
          </p:nvPr>
        </p:nvSpPr>
        <p:spPr/>
        <p:txBody>
          <a:bodyPr/>
          <a:lstStyle/>
          <a:p>
            <a:fld id="{2830D52A-5F20-49F5-B0E2-4E520F8A6D94}" type="datetimeFigureOut">
              <a:rPr lang="en-US" smtClean="0"/>
              <a:t>6/17/2018</a:t>
            </a:fld>
            <a:endParaRPr lang="en-US"/>
          </a:p>
        </p:txBody>
      </p:sp>
      <p:sp>
        <p:nvSpPr>
          <p:cNvPr id="5" name="Footer Placeholder 4">
            <a:extLst>
              <a:ext uri="{FF2B5EF4-FFF2-40B4-BE49-F238E27FC236}">
                <a16:creationId xmlns="" xmlns:a16="http://schemas.microsoft.com/office/drawing/2014/main" id="{F20BD010-914B-4B1D-B2E9-918154C797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A35AB0C9-767B-4422-A888-4F5F2DD21E4D}"/>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5132610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D59A6F9-746D-45B1-B086-2F4E604ACB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5C71BC7C-4B78-4CBB-8C9A-568A0F0FF3DB}"/>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086A9EBB-2D7A-46FB-97BF-0BEB0B9237C1}"/>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C3635AC8-78D0-48ED-AD53-C02947976843}"/>
              </a:ext>
            </a:extLst>
          </p:cNvPr>
          <p:cNvSpPr>
            <a:spLocks noGrp="1"/>
          </p:cNvSpPr>
          <p:nvPr>
            <p:ph type="dt" sz="half" idx="10"/>
          </p:nvPr>
        </p:nvSpPr>
        <p:spPr/>
        <p:txBody>
          <a:bodyPr/>
          <a:lstStyle/>
          <a:p>
            <a:fld id="{2830D52A-5F20-49F5-B0E2-4E520F8A6D94}" type="datetimeFigureOut">
              <a:rPr lang="en-US" smtClean="0"/>
              <a:t>6/17/2018</a:t>
            </a:fld>
            <a:endParaRPr lang="en-US"/>
          </a:p>
        </p:txBody>
      </p:sp>
      <p:sp>
        <p:nvSpPr>
          <p:cNvPr id="6" name="Footer Placeholder 5">
            <a:extLst>
              <a:ext uri="{FF2B5EF4-FFF2-40B4-BE49-F238E27FC236}">
                <a16:creationId xmlns="" xmlns:a16="http://schemas.microsoft.com/office/drawing/2014/main" id="{AE84FA83-6EBE-429E-A5C1-E95F389C4B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D480274C-F123-44A8-9288-181E45411977}"/>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21058977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97828D-B33B-4E15-B858-F3BC5C74FB93}"/>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8E1E93DD-C325-459D-94A2-5B2ACD9ED40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 xmlns:a16="http://schemas.microsoft.com/office/drawing/2014/main" id="{3815F098-5E41-4BFF-842A-0AA0BED98175}"/>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BC0A17BF-6A05-4C5B-9950-579B0B89B45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 xmlns:a16="http://schemas.microsoft.com/office/drawing/2014/main" id="{98FB8C13-CBFD-4D17-8532-153FAC61665C}"/>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89395BCA-54C0-4D78-9DD1-610F4933E170}"/>
              </a:ext>
            </a:extLst>
          </p:cNvPr>
          <p:cNvSpPr>
            <a:spLocks noGrp="1"/>
          </p:cNvSpPr>
          <p:nvPr>
            <p:ph type="dt" sz="half" idx="10"/>
          </p:nvPr>
        </p:nvSpPr>
        <p:spPr/>
        <p:txBody>
          <a:bodyPr/>
          <a:lstStyle/>
          <a:p>
            <a:fld id="{2830D52A-5F20-49F5-B0E2-4E520F8A6D94}" type="datetimeFigureOut">
              <a:rPr lang="en-US" smtClean="0"/>
              <a:t>6/17/2018</a:t>
            </a:fld>
            <a:endParaRPr lang="en-US"/>
          </a:p>
        </p:txBody>
      </p:sp>
      <p:sp>
        <p:nvSpPr>
          <p:cNvPr id="8" name="Footer Placeholder 7">
            <a:extLst>
              <a:ext uri="{FF2B5EF4-FFF2-40B4-BE49-F238E27FC236}">
                <a16:creationId xmlns="" xmlns:a16="http://schemas.microsoft.com/office/drawing/2014/main" id="{4361483C-0511-4283-B879-5863839281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02AFC59F-5891-4017-A991-2AA425B7806C}"/>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4001311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89AB40E-AF67-4BA7-84F1-3670F03729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46A58ED-104A-424C-BDF6-0EA720F892DE}"/>
              </a:ext>
            </a:extLst>
          </p:cNvPr>
          <p:cNvSpPr>
            <a:spLocks noGrp="1"/>
          </p:cNvSpPr>
          <p:nvPr>
            <p:ph type="dt" sz="half" idx="10"/>
          </p:nvPr>
        </p:nvSpPr>
        <p:spPr/>
        <p:txBody>
          <a:bodyPr/>
          <a:lstStyle/>
          <a:p>
            <a:fld id="{2830D52A-5F20-49F5-B0E2-4E520F8A6D94}" type="datetimeFigureOut">
              <a:rPr lang="en-US" smtClean="0"/>
              <a:t>6/17/2018</a:t>
            </a:fld>
            <a:endParaRPr lang="en-US"/>
          </a:p>
        </p:txBody>
      </p:sp>
      <p:sp>
        <p:nvSpPr>
          <p:cNvPr id="4" name="Footer Placeholder 3">
            <a:extLst>
              <a:ext uri="{FF2B5EF4-FFF2-40B4-BE49-F238E27FC236}">
                <a16:creationId xmlns="" xmlns:a16="http://schemas.microsoft.com/office/drawing/2014/main" id="{E110AF60-75DF-4A0B-B16C-DD22E04AFB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9F8D98D7-EA8E-4306-A063-3A4EEBDEB2C4}"/>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968006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73151AFF-1CEB-41B0-866D-D8FD275A6B63}"/>
              </a:ext>
            </a:extLst>
          </p:cNvPr>
          <p:cNvSpPr>
            <a:spLocks noGrp="1"/>
          </p:cNvSpPr>
          <p:nvPr>
            <p:ph type="dt" sz="half" idx="10"/>
          </p:nvPr>
        </p:nvSpPr>
        <p:spPr/>
        <p:txBody>
          <a:bodyPr/>
          <a:lstStyle/>
          <a:p>
            <a:fld id="{2830D52A-5F20-49F5-B0E2-4E520F8A6D94}" type="datetimeFigureOut">
              <a:rPr lang="en-US" smtClean="0"/>
              <a:t>6/17/2018</a:t>
            </a:fld>
            <a:endParaRPr lang="en-US"/>
          </a:p>
        </p:txBody>
      </p:sp>
      <p:sp>
        <p:nvSpPr>
          <p:cNvPr id="3" name="Footer Placeholder 2">
            <a:extLst>
              <a:ext uri="{FF2B5EF4-FFF2-40B4-BE49-F238E27FC236}">
                <a16:creationId xmlns="" xmlns:a16="http://schemas.microsoft.com/office/drawing/2014/main" id="{36DC7DE4-847E-49A7-B908-5C90390055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5A3922C7-12D1-4765-871C-BA3593C19DE7}"/>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41086035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DFCD53-ED59-4D21-B680-BAD4B5932A5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 xmlns:a16="http://schemas.microsoft.com/office/drawing/2014/main" id="{64CE2B8E-9FEA-4616-B71E-534682F37B0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A757B19D-7AA1-4957-8152-2379EE4C9B9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 xmlns:a16="http://schemas.microsoft.com/office/drawing/2014/main" id="{03EA3AD8-F626-4972-9BFE-628D46C32573}"/>
              </a:ext>
            </a:extLst>
          </p:cNvPr>
          <p:cNvSpPr>
            <a:spLocks noGrp="1"/>
          </p:cNvSpPr>
          <p:nvPr>
            <p:ph type="dt" sz="half" idx="10"/>
          </p:nvPr>
        </p:nvSpPr>
        <p:spPr/>
        <p:txBody>
          <a:bodyPr/>
          <a:lstStyle/>
          <a:p>
            <a:fld id="{2830D52A-5F20-49F5-B0E2-4E520F8A6D94}" type="datetimeFigureOut">
              <a:rPr lang="en-US" smtClean="0"/>
              <a:t>6/17/2018</a:t>
            </a:fld>
            <a:endParaRPr lang="en-US"/>
          </a:p>
        </p:txBody>
      </p:sp>
      <p:sp>
        <p:nvSpPr>
          <p:cNvPr id="6" name="Footer Placeholder 5">
            <a:extLst>
              <a:ext uri="{FF2B5EF4-FFF2-40B4-BE49-F238E27FC236}">
                <a16:creationId xmlns="" xmlns:a16="http://schemas.microsoft.com/office/drawing/2014/main" id="{581003AE-B33D-4FBE-898C-8E86C2CEEB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93A25726-5A1F-484A-8546-B63AFC91132A}"/>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6283310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81D06F-5485-44E7-A87E-40478BB66DD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 xmlns:a16="http://schemas.microsoft.com/office/drawing/2014/main" id="{A6808487-B848-4D6A-8130-31A70162AE5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 xmlns:a16="http://schemas.microsoft.com/office/drawing/2014/main" id="{CA43B7C5-DB38-4523-8237-6B1CBAC2B68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 xmlns:a16="http://schemas.microsoft.com/office/drawing/2014/main" id="{F08AD318-E8F2-4A96-B3D4-2BC67496E785}"/>
              </a:ext>
            </a:extLst>
          </p:cNvPr>
          <p:cNvSpPr>
            <a:spLocks noGrp="1"/>
          </p:cNvSpPr>
          <p:nvPr>
            <p:ph type="dt" sz="half" idx="10"/>
          </p:nvPr>
        </p:nvSpPr>
        <p:spPr/>
        <p:txBody>
          <a:bodyPr/>
          <a:lstStyle/>
          <a:p>
            <a:fld id="{2830D52A-5F20-49F5-B0E2-4E520F8A6D94}" type="datetimeFigureOut">
              <a:rPr lang="en-US" smtClean="0"/>
              <a:t>6/17/2018</a:t>
            </a:fld>
            <a:endParaRPr lang="en-US"/>
          </a:p>
        </p:txBody>
      </p:sp>
      <p:sp>
        <p:nvSpPr>
          <p:cNvPr id="6" name="Footer Placeholder 5">
            <a:extLst>
              <a:ext uri="{FF2B5EF4-FFF2-40B4-BE49-F238E27FC236}">
                <a16:creationId xmlns="" xmlns:a16="http://schemas.microsoft.com/office/drawing/2014/main" id="{64E2CA28-8311-4AFD-A9A9-08BF694EF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F6882E3F-291C-4858-8EA8-7C6C6F737FF9}"/>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7793017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76B233E-F21A-4595-B654-93C69F6C09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C143C054-A0C1-4E3C-9A2B-0274992B77F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AD99ACFF-2BB4-4E3F-9993-5D73DF76297A}"/>
              </a:ext>
            </a:extLst>
          </p:cNvPr>
          <p:cNvSpPr>
            <a:spLocks noGrp="1"/>
          </p:cNvSpPr>
          <p:nvPr>
            <p:ph type="dt" sz="half" idx="10"/>
          </p:nvPr>
        </p:nvSpPr>
        <p:spPr/>
        <p:txBody>
          <a:bodyPr/>
          <a:lstStyle/>
          <a:p>
            <a:fld id="{2830D52A-5F20-49F5-B0E2-4E520F8A6D94}" type="datetimeFigureOut">
              <a:rPr lang="en-US" smtClean="0"/>
              <a:t>6/17/2018</a:t>
            </a:fld>
            <a:endParaRPr lang="en-US"/>
          </a:p>
        </p:txBody>
      </p:sp>
      <p:sp>
        <p:nvSpPr>
          <p:cNvPr id="5" name="Footer Placeholder 4">
            <a:extLst>
              <a:ext uri="{FF2B5EF4-FFF2-40B4-BE49-F238E27FC236}">
                <a16:creationId xmlns="" xmlns:a16="http://schemas.microsoft.com/office/drawing/2014/main" id="{6114CAFB-E186-4994-B0FE-0D160DC686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3894BFB5-5E75-4AA5-8420-8C5F18A3635F}"/>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2315213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B70D8942-18DE-4162-BFC1-A43DC681AD66}"/>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4F68544D-679F-4072-BA8D-6C7EAFAF069E}"/>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26B7624-9FCE-47B6-8E56-9FB61B9194CB}"/>
              </a:ext>
            </a:extLst>
          </p:cNvPr>
          <p:cNvSpPr>
            <a:spLocks noGrp="1"/>
          </p:cNvSpPr>
          <p:nvPr>
            <p:ph type="dt" sz="half" idx="10"/>
          </p:nvPr>
        </p:nvSpPr>
        <p:spPr/>
        <p:txBody>
          <a:bodyPr/>
          <a:lstStyle/>
          <a:p>
            <a:fld id="{2830D52A-5F20-49F5-B0E2-4E520F8A6D94}" type="datetimeFigureOut">
              <a:rPr lang="en-US" smtClean="0"/>
              <a:t>6/17/2018</a:t>
            </a:fld>
            <a:endParaRPr lang="en-US"/>
          </a:p>
        </p:txBody>
      </p:sp>
      <p:sp>
        <p:nvSpPr>
          <p:cNvPr id="5" name="Footer Placeholder 4">
            <a:extLst>
              <a:ext uri="{FF2B5EF4-FFF2-40B4-BE49-F238E27FC236}">
                <a16:creationId xmlns="" xmlns:a16="http://schemas.microsoft.com/office/drawing/2014/main" id="{375749F6-49EC-4C01-ABE1-175D0C4EC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FC8948C9-0156-4943-9331-F46A977CB79E}"/>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13400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261253" y="1021215"/>
            <a:ext cx="8574837"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 xmlns:a16="http://schemas.microsoft.com/office/drawing/2014/main" id="{6F9E1F0F-225E-4E24-B49F-412C1037260E}"/>
              </a:ext>
            </a:extLst>
          </p:cNvPr>
          <p:cNvSpPr txBox="1"/>
          <p:nvPr userDrawn="1"/>
        </p:nvSpPr>
        <p:spPr>
          <a:xfrm>
            <a:off x="6750596" y="6566714"/>
            <a:ext cx="2388641" cy="276999"/>
          </a:xfrm>
          <a:prstGeom prst="rect">
            <a:avLst/>
          </a:prstGeom>
          <a:noFill/>
        </p:spPr>
        <p:txBody>
          <a:bodyPr wrap="square" rtlCol="0">
            <a:spAutoFit/>
          </a:bodyPr>
          <a:lstStyle/>
          <a:p>
            <a:pPr algn="r"/>
            <a:r>
              <a:rPr lang="en-US" sz="1200" b="0" dirty="0">
                <a:solidFill>
                  <a:schemeClr val="bg2">
                    <a:lumMod val="75000"/>
                  </a:schemeClr>
                </a:solidFill>
              </a:rPr>
              <a:t>#70-533 @ITProGuru</a:t>
            </a:r>
          </a:p>
        </p:txBody>
      </p:sp>
    </p:spTree>
    <p:extLst>
      <p:ext uri="{BB962C8B-B14F-4D97-AF65-F5344CB8AC3E}">
        <p14:creationId xmlns:p14="http://schemas.microsoft.com/office/powerpoint/2010/main" val="2642523221"/>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6" r:id="rId3"/>
    <p:sldLayoutId id="2147483701" r:id="rId4"/>
    <p:sldLayoutId id="2147483662" r:id="rId5"/>
    <p:sldLayoutId id="2147483699" r:id="rId6"/>
    <p:sldLayoutId id="2147483724" r:id="rId7"/>
    <p:sldLayoutId id="2147483702" r:id="rId8"/>
    <p:sldLayoutId id="2147483700" r:id="rId9"/>
    <p:sldLayoutId id="2147483705" r:id="rId10"/>
    <p:sldLayoutId id="2147483703" r:id="rId11"/>
    <p:sldLayoutId id="2147483706" r:id="rId12"/>
    <p:sldLayoutId id="2147483663" r:id="rId13"/>
    <p:sldLayoutId id="2147483664" r:id="rId14"/>
    <p:sldLayoutId id="2147483665" r:id="rId15"/>
    <p:sldLayoutId id="2147483667" r:id="rId16"/>
    <p:sldLayoutId id="2147483668" r:id="rId17"/>
    <p:sldLayoutId id="2147483669" r:id="rId18"/>
    <p:sldLayoutId id="2147483670" r:id="rId19"/>
    <p:sldLayoutId id="2147483671" r:id="rId20"/>
    <p:sldLayoutId id="2147483707" r:id="rId21"/>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B261DB75-399B-4142-9D86-1BA3C1303FF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FE9B541C-D616-4967-ACD8-5A52170991D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137F18BA-496D-410A-BBC4-0E5B5A5CAEC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830D52A-5F20-49F5-B0E2-4E520F8A6D94}" type="datetimeFigureOut">
              <a:rPr lang="en-US" smtClean="0"/>
              <a:t>6/17/2018</a:t>
            </a:fld>
            <a:endParaRPr lang="en-US"/>
          </a:p>
        </p:txBody>
      </p:sp>
      <p:sp>
        <p:nvSpPr>
          <p:cNvPr id="5" name="Footer Placeholder 4">
            <a:extLst>
              <a:ext uri="{FF2B5EF4-FFF2-40B4-BE49-F238E27FC236}">
                <a16:creationId xmlns="" xmlns:a16="http://schemas.microsoft.com/office/drawing/2014/main" id="{9F5238E0-715C-4506-943E-C9E347BAA2B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3C0E50ED-D1E2-4BBE-83CE-79AFDF3D88A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02693DF-7BA8-4423-8E15-3CEC68EDFBE7}" type="slidenum">
              <a:rPr lang="en-US" smtClean="0"/>
              <a:t>‹#›</a:t>
            </a:fld>
            <a:endParaRPr lang="en-US"/>
          </a:p>
        </p:txBody>
      </p:sp>
    </p:spTree>
    <p:extLst>
      <p:ext uri="{BB962C8B-B14F-4D97-AF65-F5344CB8AC3E}">
        <p14:creationId xmlns:p14="http://schemas.microsoft.com/office/powerpoint/2010/main" val="2286037520"/>
      </p:ext>
    </p:extLst>
  </p:cSld>
  <p:clrMap bg1="lt1" tx1="dk1" bg2="lt2" tx2="dk2" accent1="accent1" accent2="accent2" accent3="accent3" accent4="accent4" accent5="accent5" accent6="accent6" hlink="hlink" folHlink="folHlink"/>
  <p:sldLayoutIdLst>
    <p:sldLayoutId id="2147483709"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hyperlink" Target="http://www.digizol.com/2010/10/linux-find-content-filenames-search.html" TargetMode="External"/><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commons.wikimedia.org/wiki/file:aws_simple_icons_messaging_amazon_sqs_queue.svg" TargetMode="External"/><Relationship Id="rId5" Type="http://schemas.openxmlformats.org/officeDocument/2006/relationships/image" Target="../media/image12.png"/><Relationship Id="rId4" Type="http://schemas.openxmlformats.org/officeDocument/2006/relationships/hyperlink" Target="https://openclipart.org/detail/215435/db-table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docs.microsoft.com/en-us/azure/cdn/cdn-overview"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p:txBody>
          <a:bodyPr/>
          <a:lstStyle/>
          <a:p>
            <a:r>
              <a:rPr lang="en-US" dirty="0"/>
              <a:t>Exam 70-533 Implementing Microsoft Azure Infrastructure Solutions</a:t>
            </a:r>
          </a:p>
        </p:txBody>
      </p:sp>
      <p:sp>
        <p:nvSpPr>
          <p:cNvPr id="17" name="Subtitle 16">
            <a:extLst>
              <a:ext uri="{FF2B5EF4-FFF2-40B4-BE49-F238E27FC236}">
                <a16:creationId xmlns="" xmlns:a16="http://schemas.microsoft.com/office/drawing/2014/main" id="{0DD7E3D9-0F16-4FC0-8096-670127E70DF5}"/>
              </a:ext>
            </a:extLst>
          </p:cNvPr>
          <p:cNvSpPr>
            <a:spLocks noGrp="1"/>
          </p:cNvSpPr>
          <p:nvPr>
            <p:ph type="subTitle" sz="quarter" idx="1"/>
          </p:nvPr>
        </p:nvSpPr>
        <p:spPr>
          <a:xfrm>
            <a:off x="530679" y="1549708"/>
            <a:ext cx="8445680" cy="3722293"/>
          </a:xfrm>
        </p:spPr>
        <p:txBody>
          <a:bodyPr/>
          <a:lstStyle/>
          <a:p>
            <a:r>
              <a:rPr lang="en-US" dirty="0"/>
              <a:t>Design and Implement Azure App Service Apps (10-15%) </a:t>
            </a:r>
          </a:p>
          <a:p>
            <a:r>
              <a:rPr lang="en-US" dirty="0"/>
              <a:t>Create and Manage Compute Resources (20-25%)</a:t>
            </a:r>
          </a:p>
          <a:p>
            <a:r>
              <a:rPr lang="en-US" dirty="0">
                <a:solidFill>
                  <a:srgbClr val="FFC000"/>
                </a:solidFill>
              </a:rPr>
              <a:t>Design and Implement a Storage Strategy (10-15%) </a:t>
            </a:r>
          </a:p>
          <a:p>
            <a:r>
              <a:rPr lang="en-US" dirty="0"/>
              <a:t>Implement virtual networks (15–20%)</a:t>
            </a:r>
          </a:p>
          <a:p>
            <a:r>
              <a:rPr lang="en-US" dirty="0"/>
              <a:t>Design and Deploy ARM Templates (10-15%)</a:t>
            </a:r>
          </a:p>
          <a:p>
            <a:r>
              <a:rPr lang="en-US" dirty="0"/>
              <a:t>Manage Azure Security, and Recovery Services (25-30%) </a:t>
            </a:r>
          </a:p>
          <a:p>
            <a:r>
              <a:rPr lang="en-US" dirty="0"/>
              <a:t>Manage Azure Operations (5-10%)</a:t>
            </a:r>
          </a:p>
          <a:p>
            <a:r>
              <a:rPr lang="en-US" dirty="0"/>
              <a:t>Manage Azure Identities (5-10%)</a:t>
            </a:r>
          </a:p>
        </p:txBody>
      </p:sp>
      <p:sp>
        <p:nvSpPr>
          <p:cNvPr id="18" name="Text Placeholder 17">
            <a:extLst>
              <a:ext uri="{FF2B5EF4-FFF2-40B4-BE49-F238E27FC236}">
                <a16:creationId xmlns="" xmlns:a16="http://schemas.microsoft.com/office/drawing/2014/main" id="{11C93E1D-2E2F-4845-990B-E2CC8438D003}"/>
              </a:ext>
            </a:extLst>
          </p:cNvPr>
          <p:cNvSpPr>
            <a:spLocks noGrp="1"/>
          </p:cNvSpPr>
          <p:nvPr>
            <p:ph type="body" sz="quarter" idx="11"/>
          </p:nvPr>
        </p:nvSpPr>
        <p:spPr/>
        <p:txBody>
          <a:bodyPr/>
          <a:lstStyle/>
          <a:p>
            <a:r>
              <a:rPr lang="en-US" dirty="0"/>
              <a:t>https://www.microsoft.com/en-ie/learning/exam-70-533.aspx</a:t>
            </a:r>
          </a:p>
        </p:txBody>
      </p:sp>
    </p:spTree>
    <p:extLst>
      <p:ext uri="{BB962C8B-B14F-4D97-AF65-F5344CB8AC3E}">
        <p14:creationId xmlns:p14="http://schemas.microsoft.com/office/powerpoint/2010/main" val="28560177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rot="16200000">
            <a:off x="-843536" y="4894338"/>
            <a:ext cx="2042462" cy="256751"/>
          </a:xfrm>
          <a:prstGeom prst="rect">
            <a:avLst/>
          </a:prstGeom>
          <a:noFill/>
        </p:spPr>
        <p:txBody>
          <a:bodyPr wrap="none" lIns="134451" tIns="107561" rIns="134451" bIns="107561" rtlCol="0">
            <a:noAutofit/>
          </a:bodyPr>
          <a:lstStyle/>
          <a:p>
            <a:pPr defTabSz="685478">
              <a:lnSpc>
                <a:spcPct val="90000"/>
              </a:lnSpc>
              <a:spcAft>
                <a:spcPts val="441"/>
              </a:spcAft>
              <a:defRPr/>
            </a:pPr>
            <a:r>
              <a:rPr lang="de-DE" sz="2100" dirty="0">
                <a:solidFill>
                  <a:srgbClr val="FFFFFF">
                    <a:lumMod val="50000"/>
                  </a:srgbClr>
                </a:solidFill>
                <a:latin typeface="Segoe UI Light"/>
              </a:rPr>
              <a:t>http://azureplatform.azurewebsites.net/</a:t>
            </a:r>
            <a:endParaRPr lang="en-US" sz="2100" dirty="0">
              <a:solidFill>
                <a:srgbClr val="FFFFFF">
                  <a:lumMod val="50000"/>
                </a:srgbClr>
              </a:solidFill>
              <a:latin typeface="Segoe UI Light"/>
            </a:endParaRPr>
          </a:p>
        </p:txBody>
      </p:sp>
      <p:sp>
        <p:nvSpPr>
          <p:cNvPr id="17" name="TextBox 16"/>
          <p:cNvSpPr txBox="1"/>
          <p:nvPr/>
        </p:nvSpPr>
        <p:spPr>
          <a:xfrm rot="16200000">
            <a:off x="8218001" y="5471893"/>
            <a:ext cx="1316435" cy="257783"/>
          </a:xfrm>
          <a:prstGeom prst="rect">
            <a:avLst/>
          </a:prstGeom>
          <a:noFill/>
        </p:spPr>
        <p:txBody>
          <a:bodyPr wrap="none" lIns="134451" tIns="107561" rIns="134451" bIns="107561" rtlCol="0">
            <a:noAutofit/>
          </a:bodyPr>
          <a:lstStyle/>
          <a:p>
            <a:pPr algn="r" defTabSz="685478">
              <a:lnSpc>
                <a:spcPct val="90000"/>
              </a:lnSpc>
              <a:spcAft>
                <a:spcPts val="441"/>
              </a:spcAft>
              <a:defRPr/>
            </a:pPr>
            <a:r>
              <a:rPr lang="de-DE" sz="900" dirty="0">
                <a:solidFill>
                  <a:srgbClr val="FFFFFF">
                    <a:lumMod val="50000"/>
                  </a:srgbClr>
                </a:solidFill>
                <a:latin typeface="Segoe UI Light"/>
              </a:rPr>
              <a:t>* Preview Services</a:t>
            </a:r>
            <a:endParaRPr lang="en-US" sz="900" dirty="0">
              <a:solidFill>
                <a:srgbClr val="FFFFFF">
                  <a:lumMod val="50000"/>
                </a:srgbClr>
              </a:solidFill>
              <a:latin typeface="Segoe UI Light"/>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2115" y="4146267"/>
            <a:ext cx="2264569" cy="1228725"/>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8665" y="2530304"/>
            <a:ext cx="2232422" cy="1582341"/>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8189" y="964603"/>
            <a:ext cx="2218135" cy="1571625"/>
          </a:xfrm>
          <a:prstGeom prst="rect">
            <a:avLst/>
          </a:prstGeom>
        </p:spPr>
      </p:pic>
      <p:pic>
        <p:nvPicPr>
          <p:cNvPr id="23" name="Picture 22"/>
          <p:cNvPicPr>
            <a:picLocks noChangeAspect="1"/>
          </p:cNvPicPr>
          <p:nvPr/>
        </p:nvPicPr>
        <p:blipFill rotWithShape="1">
          <a:blip r:embed="rId6" cstate="print">
            <a:extLst>
              <a:ext uri="{28A0092B-C50C-407E-A947-70E740481C1C}">
                <a14:useLocalDpi xmlns:a14="http://schemas.microsoft.com/office/drawing/2010/main" val="0"/>
              </a:ext>
            </a:extLst>
          </a:blip>
          <a:srcRect b="7848"/>
          <a:stretch/>
        </p:blipFill>
        <p:spPr>
          <a:xfrm>
            <a:off x="726878" y="5441671"/>
            <a:ext cx="7690247" cy="523361"/>
          </a:xfrm>
          <a:prstGeom prst="rect">
            <a:avLst/>
          </a:prstGeom>
        </p:spPr>
      </p:pic>
      <p:pic>
        <p:nvPicPr>
          <p:cNvPr id="19" name="Picture 1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68630" y="936931"/>
            <a:ext cx="2218135" cy="1571625"/>
          </a:xfrm>
          <a:prstGeom prst="rect">
            <a:avLst/>
          </a:prstGeom>
        </p:spPr>
      </p:pic>
      <p:pic>
        <p:nvPicPr>
          <p:cNvPr id="20" name="Picture 1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73392" y="2538610"/>
            <a:ext cx="2264569" cy="1246585"/>
          </a:xfrm>
          <a:prstGeom prst="rect">
            <a:avLst/>
          </a:prstGeom>
        </p:spPr>
      </p:pic>
      <p:pic>
        <p:nvPicPr>
          <p:cNvPr id="21" name="Picture 2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186339" y="3819191"/>
            <a:ext cx="2207419" cy="1585913"/>
          </a:xfrm>
          <a:prstGeom prst="rect">
            <a:avLst/>
          </a:prstGeom>
        </p:spPr>
      </p:pic>
      <p:pic>
        <p:nvPicPr>
          <p:cNvPr id="14" name="Picture 1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475955" y="941450"/>
            <a:ext cx="2228850" cy="1600200"/>
          </a:xfrm>
          <a:prstGeom prst="rect">
            <a:avLst/>
          </a:prstGeom>
        </p:spPr>
      </p:pic>
      <p:pic>
        <p:nvPicPr>
          <p:cNvPr id="15" name="Picture 1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479527" y="2536887"/>
            <a:ext cx="2221706" cy="1268016"/>
          </a:xfrm>
          <a:prstGeom prst="rect">
            <a:avLst/>
          </a:prstGeom>
        </p:spPr>
      </p:pic>
      <p:pic>
        <p:nvPicPr>
          <p:cNvPr id="18" name="Picture 17"/>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474765" y="3800141"/>
            <a:ext cx="2235994" cy="1603772"/>
          </a:xfrm>
          <a:prstGeom prst="rect">
            <a:avLst/>
          </a:prstGeom>
        </p:spPr>
      </p:pic>
      <p:sp>
        <p:nvSpPr>
          <p:cNvPr id="2" name="Rectangle 1">
            <a:extLst>
              <a:ext uri="{FF2B5EF4-FFF2-40B4-BE49-F238E27FC236}">
                <a16:creationId xmlns="" xmlns:a16="http://schemas.microsoft.com/office/drawing/2014/main" id="{732257A5-50C9-4C2E-B8B5-486C1E77A629}"/>
              </a:ext>
            </a:extLst>
          </p:cNvPr>
          <p:cNvSpPr/>
          <p:nvPr/>
        </p:nvSpPr>
        <p:spPr bwMode="auto">
          <a:xfrm>
            <a:off x="720330" y="4146266"/>
            <a:ext cx="2235994" cy="1246979"/>
          </a:xfrm>
          <a:prstGeom prst="rect">
            <a:avLst/>
          </a:prstGeom>
          <a:noFill/>
          <a:ln>
            <a:solidFill>
              <a:srgbClr val="FF0000"/>
            </a:solid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15366756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F38D64CF-0ADE-4CA1-8572-EADA659468A1}"/>
              </a:ext>
            </a:extLst>
          </p:cNvPr>
          <p:cNvSpPr>
            <a:spLocks noGrp="1"/>
          </p:cNvSpPr>
          <p:nvPr>
            <p:ph type="ctrTitle" sz="quarter"/>
          </p:nvPr>
        </p:nvSpPr>
        <p:spPr/>
        <p:txBody>
          <a:bodyPr/>
          <a:lstStyle/>
          <a:p>
            <a:r>
              <a:rPr lang="en-US" dirty="0"/>
              <a:t>Design and Implement a Storage Strategy (10-15%)</a:t>
            </a:r>
          </a:p>
        </p:txBody>
      </p:sp>
      <p:sp>
        <p:nvSpPr>
          <p:cNvPr id="6" name="Subtitle 5">
            <a:extLst>
              <a:ext uri="{FF2B5EF4-FFF2-40B4-BE49-F238E27FC236}">
                <a16:creationId xmlns="" xmlns:a16="http://schemas.microsoft.com/office/drawing/2014/main" id="{63D15067-A858-486F-B33B-2D1E14333555}"/>
              </a:ext>
            </a:extLst>
          </p:cNvPr>
          <p:cNvSpPr>
            <a:spLocks noGrp="1"/>
          </p:cNvSpPr>
          <p:nvPr>
            <p:ph type="subTitle" sz="quarter" idx="1"/>
          </p:nvPr>
        </p:nvSpPr>
        <p:spPr>
          <a:xfrm>
            <a:off x="597160" y="1776132"/>
            <a:ext cx="8379200" cy="3722293"/>
          </a:xfrm>
        </p:spPr>
        <p:txBody>
          <a:bodyPr/>
          <a:lstStyle/>
          <a:p>
            <a:r>
              <a:rPr lang="en-US" dirty="0"/>
              <a:t>Implement Azure Storage blobs and Azure Files   </a:t>
            </a:r>
          </a:p>
          <a:p>
            <a:r>
              <a:rPr lang="en-US" dirty="0"/>
              <a:t>Manage Access</a:t>
            </a:r>
          </a:p>
          <a:p>
            <a:r>
              <a:rPr lang="en-US" dirty="0"/>
              <a:t>Configure Diagnostics, Monitoring and analytics</a:t>
            </a:r>
          </a:p>
          <a:p>
            <a:r>
              <a:rPr lang="en-US" dirty="0"/>
              <a:t>Implement Storage Encryption </a:t>
            </a:r>
          </a:p>
        </p:txBody>
      </p:sp>
      <p:sp>
        <p:nvSpPr>
          <p:cNvPr id="8" name="Text Placeholder 7">
            <a:extLst>
              <a:ext uri="{FF2B5EF4-FFF2-40B4-BE49-F238E27FC236}">
                <a16:creationId xmlns="" xmlns:a16="http://schemas.microsoft.com/office/drawing/2014/main" id="{041176C3-A54B-431B-9644-B4FF10CFD4BB}"/>
              </a:ext>
            </a:extLst>
          </p:cNvPr>
          <p:cNvSpPr>
            <a:spLocks noGrp="1"/>
          </p:cNvSpPr>
          <p:nvPr>
            <p:ph type="body" sz="quarter" idx="11"/>
          </p:nvPr>
        </p:nvSpPr>
        <p:spPr>
          <a:xfrm>
            <a:off x="214789" y="5753667"/>
            <a:ext cx="8714421" cy="763173"/>
          </a:xfrm>
        </p:spPr>
        <p:txBody>
          <a:bodyPr/>
          <a:lstStyle/>
          <a:p>
            <a:r>
              <a:rPr lang="en-US" dirty="0"/>
              <a:t>https://www.microsoft.com/en-ie/learning/exam-70-533.aspx</a:t>
            </a:r>
          </a:p>
          <a:p>
            <a:r>
              <a:rPr lang="en-US" dirty="0"/>
              <a:t>http://download.microsoft.com/download/8/4/8/848DD46A-05F2-4021-A118-036FC06647C5/533_OD_Changes.pdf</a:t>
            </a:r>
          </a:p>
        </p:txBody>
      </p:sp>
    </p:spTree>
    <p:extLst>
      <p:ext uri="{BB962C8B-B14F-4D97-AF65-F5344CB8AC3E}">
        <p14:creationId xmlns:p14="http://schemas.microsoft.com/office/powerpoint/2010/main" val="15825925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38F6B872-1D62-4C02-9520-413FEA5BFCA0}"/>
              </a:ext>
            </a:extLst>
          </p:cNvPr>
          <p:cNvSpPr>
            <a:spLocks noGrp="1"/>
          </p:cNvSpPr>
          <p:nvPr>
            <p:ph type="title"/>
          </p:nvPr>
        </p:nvSpPr>
        <p:spPr/>
        <p:txBody>
          <a:bodyPr/>
          <a:lstStyle/>
          <a:p>
            <a:r>
              <a:rPr lang="en-US" dirty="0"/>
              <a:t>Design and Implement a Storage Strategy (10-15%)</a:t>
            </a:r>
          </a:p>
        </p:txBody>
      </p:sp>
      <p:sp>
        <p:nvSpPr>
          <p:cNvPr id="6" name="Text Placeholder 5">
            <a:extLst>
              <a:ext uri="{FF2B5EF4-FFF2-40B4-BE49-F238E27FC236}">
                <a16:creationId xmlns="" xmlns:a16="http://schemas.microsoft.com/office/drawing/2014/main" id="{9D3638CF-66DD-42FE-AFCA-5449D562034C}"/>
              </a:ext>
            </a:extLst>
          </p:cNvPr>
          <p:cNvSpPr>
            <a:spLocks noGrp="1"/>
          </p:cNvSpPr>
          <p:nvPr>
            <p:ph type="body" idx="1"/>
          </p:nvPr>
        </p:nvSpPr>
        <p:spPr>
          <a:xfrm>
            <a:off x="261187" y="740662"/>
            <a:ext cx="8574837" cy="5147356"/>
          </a:xfrm>
        </p:spPr>
        <p:txBody>
          <a:bodyPr/>
          <a:lstStyle/>
          <a:p>
            <a:r>
              <a:rPr lang="en-US" sz="2400" dirty="0"/>
              <a:t>Implement Azure Storage blobs and Azure Files   </a:t>
            </a:r>
          </a:p>
          <a:p>
            <a:pPr lvl="1"/>
            <a:r>
              <a:rPr lang="en-US" sz="1800" dirty="0"/>
              <a:t>Identify appropriate blob type for specific storage requirements; read data; change data; set metadata on a container; store data using block and page blobs; stream data using blobs; access blobs securely; implement </a:t>
            </a:r>
            <a:r>
              <a:rPr lang="en-US" sz="1800" dirty="0" err="1"/>
              <a:t>async</a:t>
            </a:r>
            <a:r>
              <a:rPr lang="en-US" sz="1800" dirty="0"/>
              <a:t> blob copy; configure Content Delivery Network (CDN); design blob hierarchies; configure custom domains; scale blob storage; manage SMB file storage; implement Azure StorSimple </a:t>
            </a:r>
          </a:p>
          <a:p>
            <a:r>
              <a:rPr lang="en-US" sz="2400" dirty="0"/>
              <a:t>Manage access </a:t>
            </a:r>
          </a:p>
          <a:p>
            <a:pPr lvl="1"/>
            <a:r>
              <a:rPr lang="en-US" sz="1800" dirty="0"/>
              <a:t>Create and manage shared access signatures; use stored access policies; regenerate keys; encrypt keys by using Azure Key Vault integration </a:t>
            </a:r>
          </a:p>
          <a:p>
            <a:r>
              <a:rPr lang="en-US" sz="2400" dirty="0"/>
              <a:t> Configure diagnostics, monitoring, and analytics </a:t>
            </a:r>
          </a:p>
          <a:p>
            <a:pPr lvl="1"/>
            <a:r>
              <a:rPr lang="en-US" sz="1800" dirty="0"/>
              <a:t>Set retention policies and logging levels; analyze logs </a:t>
            </a:r>
          </a:p>
          <a:p>
            <a:r>
              <a:rPr lang="en-US" sz="2400" dirty="0"/>
              <a:t> Implement storage encryption </a:t>
            </a:r>
          </a:p>
          <a:p>
            <a:pPr lvl="1"/>
            <a:r>
              <a:rPr lang="en-US" sz="1800" dirty="0"/>
              <a:t>Encrypt data as written to Azure Storage by using Azure Storage Service Encryption (SSE); implement encrypted and role-based security for data managed by Azure Data Lake Store</a:t>
            </a:r>
          </a:p>
        </p:txBody>
      </p:sp>
      <p:sp>
        <p:nvSpPr>
          <p:cNvPr id="8" name="Text Placeholder 7">
            <a:extLst>
              <a:ext uri="{FF2B5EF4-FFF2-40B4-BE49-F238E27FC236}">
                <a16:creationId xmlns="" xmlns:a16="http://schemas.microsoft.com/office/drawing/2014/main" id="{9C377E1C-ED3C-423F-9E95-64EBB258FC66}"/>
              </a:ext>
            </a:extLst>
          </p:cNvPr>
          <p:cNvSpPr>
            <a:spLocks noGrp="1"/>
          </p:cNvSpPr>
          <p:nvPr>
            <p:ph type="body" sz="quarter" idx="10"/>
          </p:nvPr>
        </p:nvSpPr>
        <p:spPr/>
        <p:txBody>
          <a:bodyPr/>
          <a:lstStyle/>
          <a:p>
            <a:r>
              <a:rPr lang="en-US" dirty="0"/>
              <a:t>http://download.microsoft.com/download/8/4/8/848DD46A-05F2-4021-A118-036FC06647C5/533_OD_Changes.pdf</a:t>
            </a:r>
          </a:p>
        </p:txBody>
      </p:sp>
    </p:spTree>
    <p:extLst>
      <p:ext uri="{BB962C8B-B14F-4D97-AF65-F5344CB8AC3E}">
        <p14:creationId xmlns:p14="http://schemas.microsoft.com/office/powerpoint/2010/main" val="20413154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1A042255-1901-4639-B120-005F391ABF4A}"/>
              </a:ext>
            </a:extLst>
          </p:cNvPr>
          <p:cNvSpPr>
            <a:spLocks noGrp="1"/>
          </p:cNvSpPr>
          <p:nvPr>
            <p:ph type="ctrTitle" sz="quarter"/>
          </p:nvPr>
        </p:nvSpPr>
        <p:spPr/>
        <p:txBody>
          <a:bodyPr/>
          <a:lstStyle/>
          <a:p>
            <a:r>
              <a:rPr lang="en-US" dirty="0"/>
              <a:t>Implement Azure Storage blobs and Azure Files</a:t>
            </a:r>
          </a:p>
        </p:txBody>
      </p:sp>
      <p:sp>
        <p:nvSpPr>
          <p:cNvPr id="6" name="Subtitle 5">
            <a:extLst>
              <a:ext uri="{FF2B5EF4-FFF2-40B4-BE49-F238E27FC236}">
                <a16:creationId xmlns="" xmlns:a16="http://schemas.microsoft.com/office/drawing/2014/main" id="{82A304BB-281D-492D-92BA-66E70E5CC9B7}"/>
              </a:ext>
            </a:extLst>
          </p:cNvPr>
          <p:cNvSpPr>
            <a:spLocks noGrp="1"/>
          </p:cNvSpPr>
          <p:nvPr>
            <p:ph type="subTitle" sz="quarter" idx="1"/>
          </p:nvPr>
        </p:nvSpPr>
        <p:spPr>
          <a:xfrm>
            <a:off x="408213" y="1677874"/>
            <a:ext cx="8568146" cy="3722293"/>
          </a:xfrm>
        </p:spPr>
        <p:txBody>
          <a:bodyPr/>
          <a:lstStyle/>
          <a:p>
            <a:r>
              <a:rPr lang="en-US" dirty="0"/>
              <a:t>Identify appropriate blob type for specific storage </a:t>
            </a:r>
            <a:r>
              <a:rPr lang="en-US" dirty="0" smtClean="0"/>
              <a:t>requirements</a:t>
            </a:r>
          </a:p>
          <a:p>
            <a:r>
              <a:rPr lang="en-US" dirty="0" smtClean="0"/>
              <a:t>Read </a:t>
            </a:r>
            <a:r>
              <a:rPr lang="en-US" dirty="0"/>
              <a:t>data; change </a:t>
            </a:r>
            <a:r>
              <a:rPr lang="en-US" dirty="0" smtClean="0"/>
              <a:t>data</a:t>
            </a:r>
          </a:p>
          <a:p>
            <a:r>
              <a:rPr lang="en-US" dirty="0" smtClean="0"/>
              <a:t>Set </a:t>
            </a:r>
            <a:r>
              <a:rPr lang="en-US" dirty="0"/>
              <a:t>metadata on a </a:t>
            </a:r>
            <a:r>
              <a:rPr lang="en-US" dirty="0" smtClean="0"/>
              <a:t>container</a:t>
            </a:r>
          </a:p>
          <a:p>
            <a:r>
              <a:rPr lang="en-US" dirty="0" smtClean="0"/>
              <a:t>Store </a:t>
            </a:r>
            <a:r>
              <a:rPr lang="en-US" dirty="0"/>
              <a:t>data using block and page </a:t>
            </a:r>
            <a:r>
              <a:rPr lang="en-US" dirty="0" smtClean="0"/>
              <a:t>blobs</a:t>
            </a:r>
          </a:p>
          <a:p>
            <a:r>
              <a:rPr lang="en-US" dirty="0" smtClean="0"/>
              <a:t>Stream </a:t>
            </a:r>
            <a:r>
              <a:rPr lang="en-US" dirty="0"/>
              <a:t>data using blobs; access blobs </a:t>
            </a:r>
            <a:r>
              <a:rPr lang="en-US" dirty="0" smtClean="0"/>
              <a:t>securely</a:t>
            </a:r>
          </a:p>
          <a:p>
            <a:r>
              <a:rPr lang="en-US" dirty="0" smtClean="0"/>
              <a:t>Implement </a:t>
            </a:r>
            <a:r>
              <a:rPr lang="en-US" dirty="0" err="1"/>
              <a:t>async</a:t>
            </a:r>
            <a:r>
              <a:rPr lang="en-US" dirty="0"/>
              <a:t> blob </a:t>
            </a:r>
            <a:r>
              <a:rPr lang="en-US" dirty="0" smtClean="0"/>
              <a:t>copy</a:t>
            </a:r>
          </a:p>
          <a:p>
            <a:r>
              <a:rPr lang="en-US" dirty="0" smtClean="0"/>
              <a:t>Configure </a:t>
            </a:r>
            <a:r>
              <a:rPr lang="en-US" dirty="0"/>
              <a:t>Content Delivery Network (</a:t>
            </a:r>
            <a:r>
              <a:rPr lang="en-US" dirty="0" smtClean="0"/>
              <a:t>CDN)</a:t>
            </a:r>
          </a:p>
          <a:p>
            <a:r>
              <a:rPr lang="en-US" dirty="0"/>
              <a:t>D</a:t>
            </a:r>
            <a:r>
              <a:rPr lang="en-US" dirty="0" smtClean="0"/>
              <a:t>esign </a:t>
            </a:r>
            <a:r>
              <a:rPr lang="en-US" dirty="0"/>
              <a:t>blob </a:t>
            </a:r>
            <a:r>
              <a:rPr lang="en-US" dirty="0" smtClean="0"/>
              <a:t>hierarchies </a:t>
            </a:r>
          </a:p>
          <a:p>
            <a:r>
              <a:rPr lang="en-US" dirty="0" smtClean="0"/>
              <a:t>Configure </a:t>
            </a:r>
            <a:r>
              <a:rPr lang="en-US" dirty="0"/>
              <a:t>custom </a:t>
            </a:r>
            <a:r>
              <a:rPr lang="en-US" dirty="0" smtClean="0"/>
              <a:t>domains</a:t>
            </a:r>
          </a:p>
          <a:p>
            <a:r>
              <a:rPr lang="en-US" dirty="0"/>
              <a:t>S</a:t>
            </a:r>
            <a:r>
              <a:rPr lang="en-US" dirty="0" smtClean="0"/>
              <a:t>cale </a:t>
            </a:r>
            <a:r>
              <a:rPr lang="en-US" dirty="0"/>
              <a:t>blob storage; manage SMB file storage; implement Azure StorSimple </a:t>
            </a:r>
          </a:p>
        </p:txBody>
      </p:sp>
      <p:sp>
        <p:nvSpPr>
          <p:cNvPr id="8" name="Text Placeholder 7">
            <a:extLst>
              <a:ext uri="{FF2B5EF4-FFF2-40B4-BE49-F238E27FC236}">
                <a16:creationId xmlns=""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761904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F483856-7012-4528-B3E3-FA959140BEA6}"/>
              </a:ext>
            </a:extLst>
          </p:cNvPr>
          <p:cNvSpPr>
            <a:spLocks noGrp="1"/>
          </p:cNvSpPr>
          <p:nvPr>
            <p:ph type="title"/>
          </p:nvPr>
        </p:nvSpPr>
        <p:spPr/>
        <p:txBody>
          <a:bodyPr/>
          <a:lstStyle/>
          <a:p>
            <a:r>
              <a:rPr lang="en-US" dirty="0"/>
              <a:t>Storage Accounts</a:t>
            </a:r>
          </a:p>
        </p:txBody>
      </p:sp>
      <p:sp>
        <p:nvSpPr>
          <p:cNvPr id="4" name="Text Placeholder 3">
            <a:extLst>
              <a:ext uri="{FF2B5EF4-FFF2-40B4-BE49-F238E27FC236}">
                <a16:creationId xmlns="" xmlns:a16="http://schemas.microsoft.com/office/drawing/2014/main" id="{222A9BA6-3809-4E3B-95FA-A91088875C13}"/>
              </a:ext>
            </a:extLst>
          </p:cNvPr>
          <p:cNvSpPr>
            <a:spLocks noGrp="1"/>
          </p:cNvSpPr>
          <p:nvPr>
            <p:ph type="body" sz="quarter" idx="10"/>
          </p:nvPr>
        </p:nvSpPr>
        <p:spPr/>
        <p:txBody>
          <a:bodyPr/>
          <a:lstStyle/>
          <a:p>
            <a:endParaRPr lang="en-US" dirty="0"/>
          </a:p>
        </p:txBody>
      </p:sp>
      <p:sp>
        <p:nvSpPr>
          <p:cNvPr id="5" name="Rectangle: Rounded Corners 4">
            <a:extLst>
              <a:ext uri="{FF2B5EF4-FFF2-40B4-BE49-F238E27FC236}">
                <a16:creationId xmlns="" xmlns:a16="http://schemas.microsoft.com/office/drawing/2014/main" id="{290ACE13-5E3B-42E0-BA83-BAAE2AE6CE1F}"/>
              </a:ext>
            </a:extLst>
          </p:cNvPr>
          <p:cNvSpPr/>
          <p:nvPr/>
        </p:nvSpPr>
        <p:spPr bwMode="auto">
          <a:xfrm>
            <a:off x="632653" y="1630017"/>
            <a:ext cx="1845315" cy="4081669"/>
          </a:xfrm>
          <a:prstGeom prst="roundRect">
            <a:avLst/>
          </a:pr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Blob Storage</a:t>
            </a:r>
          </a:p>
        </p:txBody>
      </p:sp>
      <p:sp>
        <p:nvSpPr>
          <p:cNvPr id="6" name="Text Placeholder 5">
            <a:extLst>
              <a:ext uri="{FF2B5EF4-FFF2-40B4-BE49-F238E27FC236}">
                <a16:creationId xmlns="" xmlns:a16="http://schemas.microsoft.com/office/drawing/2014/main" id="{54F9E3CE-2BFC-4ADE-93ED-B20F9952AD95}"/>
              </a:ext>
            </a:extLst>
          </p:cNvPr>
          <p:cNvSpPr>
            <a:spLocks noGrp="1"/>
          </p:cNvSpPr>
          <p:nvPr>
            <p:ph type="body" idx="1"/>
          </p:nvPr>
        </p:nvSpPr>
        <p:spPr bwMode="auto">
          <a:xfrm>
            <a:off x="2539468" y="1630015"/>
            <a:ext cx="1881154" cy="4081669"/>
          </a:xfrm>
          <a:prstGeom prst="roundRect">
            <a:avLst/>
          </a:prstGeom>
          <a:solidFill>
            <a:srgbClr val="C0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Table Storage</a:t>
            </a:r>
          </a:p>
        </p:txBody>
      </p:sp>
      <p:pic>
        <p:nvPicPr>
          <p:cNvPr id="8" name="Picture 7">
            <a:extLst>
              <a:ext uri="{FF2B5EF4-FFF2-40B4-BE49-F238E27FC236}">
                <a16:creationId xmlns="" xmlns:a16="http://schemas.microsoft.com/office/drawing/2014/main" id="{CCDA657E-E647-4E2B-BC72-108EC1A7A5B2}"/>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 xmlns:a1611="http://schemas.microsoft.com/office/drawing/2016/11/main" r:id="rId4"/>
              </a:ext>
            </a:extLst>
          </a:blip>
          <a:stretch>
            <a:fillRect/>
          </a:stretch>
        </p:blipFill>
        <p:spPr>
          <a:xfrm>
            <a:off x="2846195" y="1837854"/>
            <a:ext cx="1300480" cy="1300480"/>
          </a:xfrm>
          <a:prstGeom prst="rect">
            <a:avLst/>
          </a:prstGeom>
        </p:spPr>
      </p:pic>
      <p:grpSp>
        <p:nvGrpSpPr>
          <p:cNvPr id="15" name="Group 14">
            <a:extLst>
              <a:ext uri="{FF2B5EF4-FFF2-40B4-BE49-F238E27FC236}">
                <a16:creationId xmlns="" xmlns:a16="http://schemas.microsoft.com/office/drawing/2014/main" id="{D50C9B54-4C8A-4407-BC92-F75CF7F37B4B}"/>
              </a:ext>
            </a:extLst>
          </p:cNvPr>
          <p:cNvGrpSpPr/>
          <p:nvPr/>
        </p:nvGrpSpPr>
        <p:grpSpPr>
          <a:xfrm>
            <a:off x="4519648" y="1630015"/>
            <a:ext cx="2000422" cy="4081669"/>
            <a:chOff x="4519648" y="1630015"/>
            <a:chExt cx="2000422" cy="4081669"/>
          </a:xfrm>
        </p:grpSpPr>
        <p:sp>
          <p:nvSpPr>
            <p:cNvPr id="9" name="Rectangle: Rounded Corners 8">
              <a:extLst>
                <a:ext uri="{FF2B5EF4-FFF2-40B4-BE49-F238E27FC236}">
                  <a16:creationId xmlns="" xmlns:a16="http://schemas.microsoft.com/office/drawing/2014/main" id="{6A9D37B3-3952-4920-AA5F-ED5DB82C239C}"/>
                </a:ext>
              </a:extLst>
            </p:cNvPr>
            <p:cNvSpPr/>
            <p:nvPr/>
          </p:nvSpPr>
          <p:spPr bwMode="auto">
            <a:xfrm>
              <a:off x="4519648" y="1630015"/>
              <a:ext cx="2000422" cy="4081669"/>
            </a:xfrm>
            <a:prstGeom prst="roundRect">
              <a:avLst/>
            </a:prstGeom>
            <a:solidFill>
              <a:srgbClr val="00B05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Queue Storage</a:t>
              </a:r>
            </a:p>
          </p:txBody>
        </p:sp>
        <p:pic>
          <p:nvPicPr>
            <p:cNvPr id="11" name="Picture 10">
              <a:extLst>
                <a:ext uri="{FF2B5EF4-FFF2-40B4-BE49-F238E27FC236}">
                  <a16:creationId xmlns="" xmlns:a16="http://schemas.microsoft.com/office/drawing/2014/main" id="{DB183EE6-F8C1-4B72-952E-A2F42548D356}"/>
                </a:ext>
              </a:extLst>
            </p:cNvPr>
            <p:cNvPicPr>
              <a:picLocks noChangeAspect="1"/>
            </p:cNvPicPr>
            <p:nvPr/>
          </p:nvPicPr>
          <p:blipFill>
            <a:blip r:embed="rId5" cstate="print">
              <a:extLst>
                <a:ext uri="{28A0092B-C50C-407E-A947-70E740481C1C}">
                  <a14:useLocalDpi xmlns:a14="http://schemas.microsoft.com/office/drawing/2010/main" val="0"/>
                </a:ext>
                <a:ext uri="{837473B0-CC2E-450A-ABE3-18F120FF3D39}">
                  <a1611:picAttrSrcUrl xmlns="" xmlns:a1611="http://schemas.microsoft.com/office/drawing/2016/11/main" r:id="rId6"/>
                </a:ext>
              </a:extLst>
            </a:blip>
            <a:stretch>
              <a:fillRect/>
            </a:stretch>
          </p:blipFill>
          <p:spPr>
            <a:xfrm>
              <a:off x="4744278" y="1706217"/>
              <a:ext cx="1563754" cy="1563754"/>
            </a:xfrm>
            <a:prstGeom prst="rect">
              <a:avLst/>
            </a:prstGeom>
          </p:spPr>
        </p:pic>
      </p:grpSp>
      <p:grpSp>
        <p:nvGrpSpPr>
          <p:cNvPr id="16" name="Group 15">
            <a:extLst>
              <a:ext uri="{FF2B5EF4-FFF2-40B4-BE49-F238E27FC236}">
                <a16:creationId xmlns="" xmlns:a16="http://schemas.microsoft.com/office/drawing/2014/main" id="{8C37DABE-6824-4FBF-AE8B-2FCD7047A9ED}"/>
              </a:ext>
            </a:extLst>
          </p:cNvPr>
          <p:cNvGrpSpPr/>
          <p:nvPr/>
        </p:nvGrpSpPr>
        <p:grpSpPr>
          <a:xfrm>
            <a:off x="6619096" y="1612273"/>
            <a:ext cx="2114086" cy="4081669"/>
            <a:chOff x="6619096" y="1612273"/>
            <a:chExt cx="2114086" cy="4081669"/>
          </a:xfrm>
        </p:grpSpPr>
        <p:sp>
          <p:nvSpPr>
            <p:cNvPr id="12" name="Rectangle: Rounded Corners 11">
              <a:extLst>
                <a:ext uri="{FF2B5EF4-FFF2-40B4-BE49-F238E27FC236}">
                  <a16:creationId xmlns="" xmlns:a16="http://schemas.microsoft.com/office/drawing/2014/main" id="{AF6DD771-D4EE-4D0A-9882-D2B3CC75AD63}"/>
                </a:ext>
              </a:extLst>
            </p:cNvPr>
            <p:cNvSpPr/>
            <p:nvPr/>
          </p:nvSpPr>
          <p:spPr bwMode="auto">
            <a:xfrm>
              <a:off x="6619096" y="1612273"/>
              <a:ext cx="2114086" cy="4081669"/>
            </a:xfrm>
            <a:prstGeom prst="roundRect">
              <a:avLst/>
            </a:prstGeom>
            <a:solidFill>
              <a:schemeClr val="bg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File  Storage</a:t>
              </a:r>
            </a:p>
          </p:txBody>
        </p:sp>
        <p:pic>
          <p:nvPicPr>
            <p:cNvPr id="14" name="Picture 13">
              <a:extLst>
                <a:ext uri="{FF2B5EF4-FFF2-40B4-BE49-F238E27FC236}">
                  <a16:creationId xmlns="" xmlns:a16="http://schemas.microsoft.com/office/drawing/2014/main" id="{4F69998F-A17B-475A-AA0A-CE8C2010E6B4}"/>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 xmlns:a1611="http://schemas.microsoft.com/office/drawing/2016/11/main" r:id="rId8"/>
                </a:ext>
              </a:extLst>
            </a:blip>
            <a:stretch>
              <a:fillRect/>
            </a:stretch>
          </p:blipFill>
          <p:spPr>
            <a:xfrm>
              <a:off x="6931934" y="1837854"/>
              <a:ext cx="1574572" cy="1300480"/>
            </a:xfrm>
            <a:prstGeom prst="rect">
              <a:avLst/>
            </a:prstGeom>
          </p:spPr>
        </p:pic>
      </p:grpSp>
    </p:spTree>
    <p:extLst>
      <p:ext uri="{BB962C8B-B14F-4D97-AF65-F5344CB8AC3E}">
        <p14:creationId xmlns:p14="http://schemas.microsoft.com/office/powerpoint/2010/main" val="3019735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bg/>
                                          </p:spTgt>
                                        </p:tgtEl>
                                        <p:attrNameLst>
                                          <p:attrName>style.visibility</p:attrName>
                                        </p:attrNameLst>
                                      </p:cBhvr>
                                      <p:to>
                                        <p:strVal val="visible"/>
                                      </p:to>
                                    </p:set>
                                    <p:animEffect transition="in" filter="fade">
                                      <p:cBhvr>
                                        <p:cTn id="12" dur="500"/>
                                        <p:tgtEl>
                                          <p:spTgt spid="6">
                                            <p:bg/>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CF1956-480C-4D91-9E95-9E65399BABA9}"/>
              </a:ext>
            </a:extLst>
          </p:cNvPr>
          <p:cNvSpPr>
            <a:spLocks noGrp="1"/>
          </p:cNvSpPr>
          <p:nvPr>
            <p:ph type="title"/>
          </p:nvPr>
        </p:nvSpPr>
        <p:spPr/>
        <p:txBody>
          <a:bodyPr/>
          <a:lstStyle/>
          <a:p>
            <a:r>
              <a:rPr lang="en-US" dirty="0"/>
              <a:t>Creating a Storage Account </a:t>
            </a:r>
          </a:p>
        </p:txBody>
      </p:sp>
      <p:pic>
        <p:nvPicPr>
          <p:cNvPr id="5" name="Picture 4">
            <a:extLst>
              <a:ext uri="{FF2B5EF4-FFF2-40B4-BE49-F238E27FC236}">
                <a16:creationId xmlns="" xmlns:a16="http://schemas.microsoft.com/office/drawing/2014/main" id="{D246042C-4D7F-4E67-9A47-9ADC1AA0A8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740662"/>
            <a:ext cx="6238875" cy="342900"/>
          </a:xfrm>
          <a:prstGeom prst="rect">
            <a:avLst/>
          </a:prstGeom>
        </p:spPr>
      </p:pic>
      <p:sp>
        <p:nvSpPr>
          <p:cNvPr id="4" name="Text Placeholder 3">
            <a:extLst>
              <a:ext uri="{FF2B5EF4-FFF2-40B4-BE49-F238E27FC236}">
                <a16:creationId xmlns="" xmlns:a16="http://schemas.microsoft.com/office/drawing/2014/main" id="{01AEB558-0A75-49A1-9986-BCFA376DF907}"/>
              </a:ext>
            </a:extLst>
          </p:cNvPr>
          <p:cNvSpPr>
            <a:spLocks noGrp="1"/>
          </p:cNvSpPr>
          <p:nvPr>
            <p:ph type="body" sz="quarter" idx="10"/>
          </p:nvPr>
        </p:nvSpPr>
        <p:spPr/>
        <p:txBody>
          <a:bodyPr/>
          <a:lstStyle/>
          <a:p>
            <a:endParaRPr lang="en-US"/>
          </a:p>
        </p:txBody>
      </p:sp>
      <p:pic>
        <p:nvPicPr>
          <p:cNvPr id="16" name="Picture 15">
            <a:extLst>
              <a:ext uri="{FF2B5EF4-FFF2-40B4-BE49-F238E27FC236}">
                <a16:creationId xmlns="" xmlns:a16="http://schemas.microsoft.com/office/drawing/2014/main" id="{4AA89767-426A-4D09-B9E1-2C6C3B739B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375" y="1195387"/>
            <a:ext cx="2409825" cy="2581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16">
            <a:extLst>
              <a:ext uri="{FF2B5EF4-FFF2-40B4-BE49-F238E27FC236}">
                <a16:creationId xmlns="" xmlns:a16="http://schemas.microsoft.com/office/drawing/2014/main" id="{792835B4-B390-418F-9B01-8A88BD38FC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2456" y="1218849"/>
            <a:ext cx="2409825" cy="2133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 name="Picture 17">
            <a:extLst>
              <a:ext uri="{FF2B5EF4-FFF2-40B4-BE49-F238E27FC236}">
                <a16:creationId xmlns="" xmlns:a16="http://schemas.microsoft.com/office/drawing/2014/main" id="{E54F20C1-8B2D-4E42-826B-79CCA2FCBE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24537" y="1218849"/>
            <a:ext cx="2314575" cy="1219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6541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6F58B209-4E6F-412E-BA33-6903529DB20C}"/>
              </a:ext>
            </a:extLst>
          </p:cNvPr>
          <p:cNvSpPr>
            <a:spLocks noGrp="1"/>
          </p:cNvSpPr>
          <p:nvPr>
            <p:ph type="ctrTitle" sz="quarter"/>
          </p:nvPr>
        </p:nvSpPr>
        <p:spPr/>
        <p:txBody>
          <a:bodyPr/>
          <a:lstStyle/>
          <a:p>
            <a:r>
              <a:rPr lang="en-US" dirty="0"/>
              <a:t>Implementing storage</a:t>
            </a:r>
          </a:p>
        </p:txBody>
      </p:sp>
      <p:sp>
        <p:nvSpPr>
          <p:cNvPr id="4" name="Subtitle 3">
            <a:extLst>
              <a:ext uri="{FF2B5EF4-FFF2-40B4-BE49-F238E27FC236}">
                <a16:creationId xmlns="" xmlns:a16="http://schemas.microsoft.com/office/drawing/2014/main" id="{7D07E0F1-6D44-4173-AA7B-25558381481B}"/>
              </a:ext>
            </a:extLst>
          </p:cNvPr>
          <p:cNvSpPr>
            <a:spLocks noGrp="1"/>
          </p:cNvSpPr>
          <p:nvPr>
            <p:ph type="subTitle" sz="quarter" idx="1"/>
          </p:nvPr>
        </p:nvSpPr>
        <p:spPr>
          <a:xfrm>
            <a:off x="620486" y="2076451"/>
            <a:ext cx="8355875" cy="3155456"/>
          </a:xfrm>
        </p:spPr>
        <p:txBody>
          <a:bodyPr/>
          <a:lstStyle/>
          <a:p>
            <a:r>
              <a:rPr lang="en-US" sz="2100" dirty="0"/>
              <a:t>Create a storage </a:t>
            </a:r>
            <a:r>
              <a:rPr lang="en-US" sz="2100" dirty="0" smtClean="0"/>
              <a:t>account</a:t>
            </a:r>
            <a:endParaRPr lang="en-US" sz="2100" dirty="0"/>
          </a:p>
        </p:txBody>
      </p:sp>
      <p:sp>
        <p:nvSpPr>
          <p:cNvPr id="6" name="Text Placeholder 5">
            <a:extLst>
              <a:ext uri="{FF2B5EF4-FFF2-40B4-BE49-F238E27FC236}">
                <a16:creationId xmlns="" xmlns:a16="http://schemas.microsoft.com/office/drawing/2014/main" id="{80B11388-CFF3-4CFC-99E3-D2D9B375268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21622555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4D2D89-4828-47BC-8689-99C7D08E9B24}"/>
              </a:ext>
            </a:extLst>
          </p:cNvPr>
          <p:cNvSpPr>
            <a:spLocks noGrp="1"/>
          </p:cNvSpPr>
          <p:nvPr>
            <p:ph type="title"/>
          </p:nvPr>
        </p:nvSpPr>
        <p:spPr/>
        <p:txBody>
          <a:bodyPr/>
          <a:lstStyle/>
          <a:p>
            <a:r>
              <a:rPr lang="en-US" dirty="0"/>
              <a:t>General Purpose Storage Account</a:t>
            </a:r>
          </a:p>
        </p:txBody>
      </p:sp>
      <p:sp>
        <p:nvSpPr>
          <p:cNvPr id="3" name="Text Placeholder 2">
            <a:extLst>
              <a:ext uri="{FF2B5EF4-FFF2-40B4-BE49-F238E27FC236}">
                <a16:creationId xmlns="" xmlns:a16="http://schemas.microsoft.com/office/drawing/2014/main" id="{336F17DD-FB20-457C-8BD5-ED392D89F392}"/>
              </a:ext>
            </a:extLst>
          </p:cNvPr>
          <p:cNvSpPr>
            <a:spLocks noGrp="1"/>
          </p:cNvSpPr>
          <p:nvPr>
            <p:ph type="body" idx="1"/>
          </p:nvPr>
        </p:nvSpPr>
        <p:spPr/>
        <p:txBody>
          <a:bodyPr/>
          <a:lstStyle/>
          <a:p>
            <a:pPr lvl="1"/>
            <a:r>
              <a:rPr lang="en-US" sz="2800" dirty="0" smtClean="0"/>
              <a:t>500 TB per account (Standard)</a:t>
            </a:r>
          </a:p>
          <a:p>
            <a:pPr lvl="1"/>
            <a:r>
              <a:rPr lang="en-US" sz="2800" dirty="0" smtClean="0"/>
              <a:t>35 TB per account (Premium)</a:t>
            </a:r>
            <a:endParaRPr lang="en-US" sz="2800" dirty="0"/>
          </a:p>
          <a:p>
            <a:pPr lvl="1"/>
            <a:r>
              <a:rPr lang="en-US" sz="2800" dirty="0"/>
              <a:t>Can contain storage services of any type </a:t>
            </a:r>
          </a:p>
          <a:p>
            <a:pPr lvl="1"/>
            <a:r>
              <a:rPr lang="en-US" sz="2800" dirty="0"/>
              <a:t>Standard </a:t>
            </a:r>
          </a:p>
          <a:p>
            <a:pPr lvl="2"/>
            <a:r>
              <a:rPr lang="en-US" sz="2400" dirty="0"/>
              <a:t>Queues </a:t>
            </a:r>
          </a:p>
          <a:p>
            <a:pPr lvl="2"/>
            <a:r>
              <a:rPr lang="en-US" sz="2400" dirty="0"/>
              <a:t>Tables </a:t>
            </a:r>
          </a:p>
          <a:p>
            <a:pPr lvl="2"/>
            <a:r>
              <a:rPr lang="en-US" sz="2400" dirty="0"/>
              <a:t>Blobs </a:t>
            </a:r>
          </a:p>
          <a:p>
            <a:pPr lvl="2"/>
            <a:r>
              <a:rPr lang="en-US" sz="2400" dirty="0"/>
              <a:t>Files </a:t>
            </a:r>
          </a:p>
          <a:p>
            <a:pPr lvl="1"/>
            <a:r>
              <a:rPr lang="en-US" sz="2800" dirty="0"/>
              <a:t>Premium </a:t>
            </a:r>
          </a:p>
          <a:p>
            <a:pPr lvl="2"/>
            <a:r>
              <a:rPr lang="en-US" sz="2400" dirty="0"/>
              <a:t>Used to store VM disks </a:t>
            </a:r>
          </a:p>
          <a:p>
            <a:pPr marL="288925" lvl="1" indent="0">
              <a:buNone/>
            </a:pPr>
            <a:endParaRPr lang="en-US" sz="2800" dirty="0"/>
          </a:p>
        </p:txBody>
      </p:sp>
      <p:sp>
        <p:nvSpPr>
          <p:cNvPr id="4" name="Text Placeholder 3">
            <a:extLst>
              <a:ext uri="{FF2B5EF4-FFF2-40B4-BE49-F238E27FC236}">
                <a16:creationId xmlns="" xmlns:a16="http://schemas.microsoft.com/office/drawing/2014/main" id="{337D8535-D641-45EC-9373-6ADFE47751D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674316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94D415-5D70-4E0C-8B62-70BB253EF929}"/>
              </a:ext>
            </a:extLst>
          </p:cNvPr>
          <p:cNvSpPr>
            <a:spLocks noGrp="1"/>
          </p:cNvSpPr>
          <p:nvPr>
            <p:ph type="title"/>
          </p:nvPr>
        </p:nvSpPr>
        <p:spPr/>
        <p:txBody>
          <a:bodyPr/>
          <a:lstStyle/>
          <a:p>
            <a:r>
              <a:rPr lang="en-US" dirty="0"/>
              <a:t>Blob Storage Account</a:t>
            </a:r>
          </a:p>
        </p:txBody>
      </p:sp>
      <p:sp>
        <p:nvSpPr>
          <p:cNvPr id="3" name="Text Placeholder 2">
            <a:extLst>
              <a:ext uri="{FF2B5EF4-FFF2-40B4-BE49-F238E27FC236}">
                <a16:creationId xmlns="" xmlns:a16="http://schemas.microsoft.com/office/drawing/2014/main" id="{4B8C4383-554E-49B8-A80A-5D9821E3F42C}"/>
              </a:ext>
            </a:extLst>
          </p:cNvPr>
          <p:cNvSpPr>
            <a:spLocks noGrp="1"/>
          </p:cNvSpPr>
          <p:nvPr>
            <p:ph type="body" idx="1"/>
          </p:nvPr>
        </p:nvSpPr>
        <p:spPr/>
        <p:txBody>
          <a:bodyPr numCol="2"/>
          <a:lstStyle/>
          <a:p>
            <a:r>
              <a:rPr lang="en-US" sz="2400" dirty="0"/>
              <a:t>Entrance to Azure Storage services </a:t>
            </a:r>
          </a:p>
          <a:p>
            <a:pPr lvl="1"/>
            <a:r>
              <a:rPr lang="en-US" sz="2000" dirty="0"/>
              <a:t>Tables</a:t>
            </a:r>
          </a:p>
          <a:p>
            <a:pPr lvl="1"/>
            <a:r>
              <a:rPr lang="en-US" sz="2000" dirty="0"/>
              <a:t>Queues </a:t>
            </a:r>
          </a:p>
          <a:p>
            <a:pPr lvl="1"/>
            <a:r>
              <a:rPr lang="en-US" sz="2000" dirty="0"/>
              <a:t>Files </a:t>
            </a:r>
          </a:p>
          <a:p>
            <a:pPr lvl="1"/>
            <a:r>
              <a:rPr lang="en-US" sz="2000" dirty="0"/>
              <a:t>Blobs </a:t>
            </a:r>
          </a:p>
          <a:p>
            <a:pPr lvl="1"/>
            <a:r>
              <a:rPr lang="en-US" sz="2000" dirty="0"/>
              <a:t>Azure VM machine disks </a:t>
            </a:r>
          </a:p>
          <a:p>
            <a:r>
              <a:rPr lang="en-US" sz="2400" dirty="0"/>
              <a:t>Two Performance tiers </a:t>
            </a:r>
          </a:p>
          <a:p>
            <a:pPr lvl="1"/>
            <a:r>
              <a:rPr lang="en-US" sz="2000" dirty="0"/>
              <a:t>Standard </a:t>
            </a:r>
          </a:p>
          <a:p>
            <a:pPr lvl="1"/>
            <a:r>
              <a:rPr lang="en-US" sz="2000" dirty="0"/>
              <a:t>Premium</a:t>
            </a:r>
          </a:p>
          <a:p>
            <a:r>
              <a:rPr lang="en-US" sz="2400" dirty="0"/>
              <a:t>Block or append Blob storage</a:t>
            </a:r>
          </a:p>
          <a:p>
            <a:r>
              <a:rPr lang="en-US" sz="2400" dirty="0"/>
              <a:t>Access tiers </a:t>
            </a:r>
          </a:p>
          <a:p>
            <a:pPr lvl="1"/>
            <a:r>
              <a:rPr lang="en-US" sz="2000" dirty="0"/>
              <a:t>Hot </a:t>
            </a:r>
          </a:p>
          <a:p>
            <a:pPr lvl="1"/>
            <a:r>
              <a:rPr lang="en-US" sz="2000" dirty="0"/>
              <a:t>Cool </a:t>
            </a:r>
          </a:p>
          <a:p>
            <a:r>
              <a:rPr lang="en-US" sz="2400" dirty="0" smtClean="0"/>
              <a:t>200 </a:t>
            </a:r>
            <a:r>
              <a:rPr lang="en-US" sz="2400" dirty="0"/>
              <a:t>storage accounts / subscription</a:t>
            </a:r>
          </a:p>
        </p:txBody>
      </p:sp>
      <p:sp>
        <p:nvSpPr>
          <p:cNvPr id="4" name="Text Placeholder 3">
            <a:extLst>
              <a:ext uri="{FF2B5EF4-FFF2-40B4-BE49-F238E27FC236}">
                <a16:creationId xmlns="" xmlns:a16="http://schemas.microsoft.com/office/drawing/2014/main" id="{79621820-531F-423C-85BA-80A326D869F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795356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D33C25-059D-4898-A242-6FCC57FF3FCA}"/>
              </a:ext>
            </a:extLst>
          </p:cNvPr>
          <p:cNvSpPr>
            <a:spLocks noGrp="1"/>
          </p:cNvSpPr>
          <p:nvPr>
            <p:ph type="title"/>
          </p:nvPr>
        </p:nvSpPr>
        <p:spPr/>
        <p:txBody>
          <a:bodyPr/>
          <a:lstStyle/>
          <a:p>
            <a:r>
              <a:rPr lang="en-US" dirty="0"/>
              <a:t>Replication and redundancy </a:t>
            </a:r>
          </a:p>
        </p:txBody>
      </p:sp>
      <p:graphicFrame>
        <p:nvGraphicFramePr>
          <p:cNvPr id="5" name="Diagram 4">
            <a:extLst>
              <a:ext uri="{FF2B5EF4-FFF2-40B4-BE49-F238E27FC236}">
                <a16:creationId xmlns="" xmlns:a16="http://schemas.microsoft.com/office/drawing/2014/main" id="{6448B306-DD69-4247-9A15-A544D097CF2B}"/>
              </a:ext>
            </a:extLst>
          </p:cNvPr>
          <p:cNvGraphicFramePr/>
          <p:nvPr>
            <p:extLst>
              <p:ext uri="{D42A27DB-BD31-4B8C-83A1-F6EECF244321}">
                <p14:modId xmlns:p14="http://schemas.microsoft.com/office/powerpoint/2010/main" val="168932485"/>
              </p:ext>
            </p:extLst>
          </p:nvPr>
        </p:nvGraphicFramePr>
        <p:xfrm>
          <a:off x="261253" y="1021215"/>
          <a:ext cx="8574837" cy="51473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 xmlns:a16="http://schemas.microsoft.com/office/drawing/2014/main" id="{FDC5B73F-7517-47C3-92F3-3C32DB29168E}"/>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7583311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57AA12-33C3-489E-8F23-B775713C4A3A}"/>
              </a:ext>
            </a:extLst>
          </p:cNvPr>
          <p:cNvSpPr>
            <a:spLocks noGrp="1"/>
          </p:cNvSpPr>
          <p:nvPr>
            <p:ph type="title"/>
          </p:nvPr>
        </p:nvSpPr>
        <p:spPr/>
        <p:txBody>
          <a:bodyPr/>
          <a:lstStyle/>
          <a:p>
            <a:r>
              <a:rPr lang="en-US" dirty="0"/>
              <a:t>Blob Storage Services</a:t>
            </a:r>
          </a:p>
        </p:txBody>
      </p:sp>
      <p:sp>
        <p:nvSpPr>
          <p:cNvPr id="3" name="Text Placeholder 2">
            <a:extLst>
              <a:ext uri="{FF2B5EF4-FFF2-40B4-BE49-F238E27FC236}">
                <a16:creationId xmlns="" xmlns:a16="http://schemas.microsoft.com/office/drawing/2014/main" id="{E4450C42-2FC1-48C8-A87A-24194985081B}"/>
              </a:ext>
            </a:extLst>
          </p:cNvPr>
          <p:cNvSpPr>
            <a:spLocks noGrp="1"/>
          </p:cNvSpPr>
          <p:nvPr>
            <p:ph type="body" idx="1"/>
          </p:nvPr>
        </p:nvSpPr>
        <p:spPr/>
        <p:txBody>
          <a:bodyPr/>
          <a:lstStyle/>
          <a:p>
            <a:r>
              <a:rPr lang="en-US" dirty="0"/>
              <a:t>Large unstructured data </a:t>
            </a:r>
          </a:p>
          <a:p>
            <a:r>
              <a:rPr lang="en-US" dirty="0"/>
              <a:t>Documents, photos, music</a:t>
            </a:r>
          </a:p>
          <a:p>
            <a:r>
              <a:rPr lang="en-US" dirty="0"/>
              <a:t>Containers /unlimited </a:t>
            </a:r>
          </a:p>
          <a:p>
            <a:r>
              <a:rPr lang="en-US" dirty="0"/>
              <a:t>500TB limit on overall size</a:t>
            </a:r>
          </a:p>
          <a:p>
            <a:r>
              <a:rPr lang="en-US" dirty="0"/>
              <a:t>Three types </a:t>
            </a:r>
          </a:p>
          <a:p>
            <a:pPr lvl="1"/>
            <a:r>
              <a:rPr lang="en-US" dirty="0"/>
              <a:t>Block </a:t>
            </a:r>
          </a:p>
          <a:p>
            <a:pPr lvl="1"/>
            <a:r>
              <a:rPr lang="en-US" dirty="0"/>
              <a:t>Append </a:t>
            </a:r>
          </a:p>
          <a:p>
            <a:pPr lvl="1"/>
            <a:r>
              <a:rPr lang="en-US" dirty="0"/>
              <a:t>Page (Disks)</a:t>
            </a:r>
          </a:p>
          <a:p>
            <a:endParaRPr lang="en-US" dirty="0"/>
          </a:p>
        </p:txBody>
      </p:sp>
      <p:sp>
        <p:nvSpPr>
          <p:cNvPr id="4" name="Text Placeholder 3">
            <a:extLst>
              <a:ext uri="{FF2B5EF4-FFF2-40B4-BE49-F238E27FC236}">
                <a16:creationId xmlns="" xmlns:a16="http://schemas.microsoft.com/office/drawing/2014/main" id="{8D8224D0-5DAE-4F6C-A627-1F72A6CEE92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132438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F18626-4751-40F4-88FB-6FADB4641F52}"/>
              </a:ext>
            </a:extLst>
          </p:cNvPr>
          <p:cNvSpPr>
            <a:spLocks noGrp="1"/>
          </p:cNvSpPr>
          <p:nvPr>
            <p:ph type="title"/>
          </p:nvPr>
        </p:nvSpPr>
        <p:spPr/>
        <p:txBody>
          <a:bodyPr/>
          <a:lstStyle/>
          <a:p>
            <a:r>
              <a:rPr lang="en-US" dirty="0"/>
              <a:t>Block Blobs</a:t>
            </a:r>
          </a:p>
        </p:txBody>
      </p:sp>
      <p:sp>
        <p:nvSpPr>
          <p:cNvPr id="3" name="Text Placeholder 2">
            <a:extLst>
              <a:ext uri="{FF2B5EF4-FFF2-40B4-BE49-F238E27FC236}">
                <a16:creationId xmlns="" xmlns:a16="http://schemas.microsoft.com/office/drawing/2014/main" id="{4B991C72-C4D0-4892-A765-818AB04F7C84}"/>
              </a:ext>
            </a:extLst>
          </p:cNvPr>
          <p:cNvSpPr>
            <a:spLocks noGrp="1"/>
          </p:cNvSpPr>
          <p:nvPr>
            <p:ph type="body" idx="1"/>
          </p:nvPr>
        </p:nvSpPr>
        <p:spPr/>
        <p:txBody>
          <a:bodyPr/>
          <a:lstStyle/>
          <a:p>
            <a:r>
              <a:rPr lang="en-US" dirty="0"/>
              <a:t>Streaming and storing cloud </a:t>
            </a:r>
            <a:r>
              <a:rPr lang="en-US" dirty="0" smtClean="0"/>
              <a:t>objects</a:t>
            </a:r>
          </a:p>
          <a:p>
            <a:r>
              <a:rPr lang="en-US" dirty="0" smtClean="0"/>
              <a:t>Optimized for uploads and downloads</a:t>
            </a:r>
          </a:p>
          <a:p>
            <a:r>
              <a:rPr lang="en-US" dirty="0" smtClean="0"/>
              <a:t>4.75 TB per BLOB </a:t>
            </a:r>
            <a:endParaRPr lang="en-US" dirty="0"/>
          </a:p>
          <a:p>
            <a:r>
              <a:rPr lang="en-US" dirty="0"/>
              <a:t>Best used for </a:t>
            </a:r>
          </a:p>
          <a:p>
            <a:pPr lvl="1"/>
            <a:r>
              <a:rPr lang="en-US" dirty="0"/>
              <a:t>Storing documents </a:t>
            </a:r>
          </a:p>
          <a:p>
            <a:pPr lvl="1"/>
            <a:r>
              <a:rPr lang="en-US" dirty="0"/>
              <a:t>Media files </a:t>
            </a:r>
          </a:p>
          <a:p>
            <a:pPr lvl="1"/>
            <a:r>
              <a:rPr lang="en-US" dirty="0"/>
              <a:t>Backups </a:t>
            </a:r>
          </a:p>
          <a:p>
            <a:endParaRPr lang="en-US" dirty="0"/>
          </a:p>
        </p:txBody>
      </p:sp>
      <p:sp>
        <p:nvSpPr>
          <p:cNvPr id="4" name="Text Placeholder 3">
            <a:extLst>
              <a:ext uri="{FF2B5EF4-FFF2-40B4-BE49-F238E27FC236}">
                <a16:creationId xmlns="" xmlns:a16="http://schemas.microsoft.com/office/drawing/2014/main" id="{3D048A69-C1BA-44AA-9E56-B2AE83FF766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65113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DFDB02-1E32-48FC-8F46-43F1F61CD136}"/>
              </a:ext>
            </a:extLst>
          </p:cNvPr>
          <p:cNvSpPr>
            <a:spLocks noGrp="1"/>
          </p:cNvSpPr>
          <p:nvPr>
            <p:ph type="title"/>
          </p:nvPr>
        </p:nvSpPr>
        <p:spPr/>
        <p:txBody>
          <a:bodyPr/>
          <a:lstStyle/>
          <a:p>
            <a:r>
              <a:rPr lang="en-US" dirty="0"/>
              <a:t>Append Blobs</a:t>
            </a:r>
          </a:p>
        </p:txBody>
      </p:sp>
      <p:sp>
        <p:nvSpPr>
          <p:cNvPr id="3" name="Text Placeholder 2">
            <a:extLst>
              <a:ext uri="{FF2B5EF4-FFF2-40B4-BE49-F238E27FC236}">
                <a16:creationId xmlns="" xmlns:a16="http://schemas.microsoft.com/office/drawing/2014/main" id="{80A2357E-178B-43BE-81D5-6D404AF7F563}"/>
              </a:ext>
            </a:extLst>
          </p:cNvPr>
          <p:cNvSpPr>
            <a:spLocks noGrp="1"/>
          </p:cNvSpPr>
          <p:nvPr>
            <p:ph type="body" idx="1"/>
          </p:nvPr>
        </p:nvSpPr>
        <p:spPr/>
        <p:txBody>
          <a:bodyPr/>
          <a:lstStyle/>
          <a:p>
            <a:r>
              <a:rPr lang="en-US" dirty="0"/>
              <a:t>Same as a block </a:t>
            </a:r>
          </a:p>
          <a:p>
            <a:r>
              <a:rPr lang="en-US" dirty="0"/>
              <a:t>Updates append new block to the end </a:t>
            </a:r>
          </a:p>
          <a:p>
            <a:r>
              <a:rPr lang="en-US" dirty="0"/>
              <a:t>Used for logging </a:t>
            </a:r>
          </a:p>
          <a:p>
            <a:endParaRPr lang="en-US" dirty="0"/>
          </a:p>
        </p:txBody>
      </p:sp>
      <p:sp>
        <p:nvSpPr>
          <p:cNvPr id="4" name="Text Placeholder 3">
            <a:extLst>
              <a:ext uri="{FF2B5EF4-FFF2-40B4-BE49-F238E27FC236}">
                <a16:creationId xmlns="" xmlns:a16="http://schemas.microsoft.com/office/drawing/2014/main" id="{0DE110B0-B876-436E-BBF7-113560EB716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428711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FB14644-EBBD-4ED5-8B49-B97541709194}"/>
              </a:ext>
            </a:extLst>
          </p:cNvPr>
          <p:cNvSpPr>
            <a:spLocks noGrp="1"/>
          </p:cNvSpPr>
          <p:nvPr>
            <p:ph type="title"/>
          </p:nvPr>
        </p:nvSpPr>
        <p:spPr/>
        <p:txBody>
          <a:bodyPr/>
          <a:lstStyle/>
          <a:p>
            <a:r>
              <a:rPr lang="en-US" dirty="0"/>
              <a:t>Page Blob</a:t>
            </a:r>
          </a:p>
        </p:txBody>
      </p:sp>
      <p:sp>
        <p:nvSpPr>
          <p:cNvPr id="3" name="Text Placeholder 2">
            <a:extLst>
              <a:ext uri="{FF2B5EF4-FFF2-40B4-BE49-F238E27FC236}">
                <a16:creationId xmlns="" xmlns:a16="http://schemas.microsoft.com/office/drawing/2014/main" id="{8AF67B2C-C152-4474-BDE2-AF193D9720FF}"/>
              </a:ext>
            </a:extLst>
          </p:cNvPr>
          <p:cNvSpPr>
            <a:spLocks noGrp="1"/>
          </p:cNvSpPr>
          <p:nvPr>
            <p:ph type="body" idx="1"/>
          </p:nvPr>
        </p:nvSpPr>
        <p:spPr/>
        <p:txBody>
          <a:bodyPr/>
          <a:lstStyle/>
          <a:p>
            <a:r>
              <a:rPr lang="en-US" dirty="0"/>
              <a:t>Used to store IaaS disks </a:t>
            </a:r>
          </a:p>
          <a:p>
            <a:r>
              <a:rPr lang="en-US" dirty="0"/>
              <a:t>Support random writes </a:t>
            </a:r>
            <a:endParaRPr lang="en-US" dirty="0" smtClean="0"/>
          </a:p>
          <a:p>
            <a:r>
              <a:rPr lang="en-US" dirty="0" smtClean="0"/>
              <a:t>8 TB limit per </a:t>
            </a:r>
            <a:r>
              <a:rPr lang="en-US" dirty="0" smtClean="0"/>
              <a:t>BLOB /4 TB limit per .</a:t>
            </a:r>
            <a:r>
              <a:rPr lang="en-US" dirty="0" err="1" smtClean="0"/>
              <a:t>vhd</a:t>
            </a:r>
            <a:r>
              <a:rPr lang="en-US" dirty="0" smtClean="0"/>
              <a:t> disk</a:t>
            </a:r>
            <a:endParaRPr lang="en-US" dirty="0"/>
          </a:p>
          <a:p>
            <a:r>
              <a:rPr lang="en-US" dirty="0"/>
              <a:t>Azure IaaS VM VHD is stored in a page blob</a:t>
            </a:r>
          </a:p>
        </p:txBody>
      </p:sp>
      <p:sp>
        <p:nvSpPr>
          <p:cNvPr id="4" name="Text Placeholder 3">
            <a:extLst>
              <a:ext uri="{FF2B5EF4-FFF2-40B4-BE49-F238E27FC236}">
                <a16:creationId xmlns="" xmlns:a16="http://schemas.microsoft.com/office/drawing/2014/main" id="{47757DBF-E84F-482D-A91D-10A1B3AF2D0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3471042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DD0579-5639-4E2A-90CC-A2C13D73BC86}"/>
              </a:ext>
            </a:extLst>
          </p:cNvPr>
          <p:cNvSpPr>
            <a:spLocks noGrp="1"/>
          </p:cNvSpPr>
          <p:nvPr>
            <p:ph type="title"/>
          </p:nvPr>
        </p:nvSpPr>
        <p:spPr/>
        <p:txBody>
          <a:bodyPr/>
          <a:lstStyle/>
          <a:p>
            <a:r>
              <a:rPr lang="en-US" dirty="0"/>
              <a:t>Containers </a:t>
            </a:r>
          </a:p>
        </p:txBody>
      </p:sp>
      <p:sp>
        <p:nvSpPr>
          <p:cNvPr id="3" name="Text Placeholder 2">
            <a:extLst>
              <a:ext uri="{FF2B5EF4-FFF2-40B4-BE49-F238E27FC236}">
                <a16:creationId xmlns="" xmlns:a16="http://schemas.microsoft.com/office/drawing/2014/main" id="{F3D205E8-6230-4BCB-A005-D76FBBE43C43}"/>
              </a:ext>
            </a:extLst>
          </p:cNvPr>
          <p:cNvSpPr>
            <a:spLocks noGrp="1"/>
          </p:cNvSpPr>
          <p:nvPr>
            <p:ph type="body" idx="1"/>
          </p:nvPr>
        </p:nvSpPr>
        <p:spPr/>
        <p:txBody>
          <a:bodyPr/>
          <a:lstStyle/>
          <a:p>
            <a:r>
              <a:rPr lang="en-US" dirty="0"/>
              <a:t>Top of the blob stack </a:t>
            </a:r>
          </a:p>
          <a:p>
            <a:r>
              <a:rPr lang="en-US" dirty="0"/>
              <a:t>Used to organize objects </a:t>
            </a:r>
          </a:p>
          <a:p>
            <a:r>
              <a:rPr lang="en-US" dirty="0"/>
              <a:t>VHD is stored in a container (folder)</a:t>
            </a:r>
          </a:p>
          <a:p>
            <a:endParaRPr lang="en-US" dirty="0"/>
          </a:p>
        </p:txBody>
      </p:sp>
      <p:sp>
        <p:nvSpPr>
          <p:cNvPr id="4" name="Text Placeholder 3">
            <a:extLst>
              <a:ext uri="{FF2B5EF4-FFF2-40B4-BE49-F238E27FC236}">
                <a16:creationId xmlns="" xmlns:a16="http://schemas.microsoft.com/office/drawing/2014/main" id="{C7913E1F-2800-4B8C-B24C-0F17BF88268E}"/>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 xmlns:a16="http://schemas.microsoft.com/office/drawing/2014/main" id="{2C4E1698-7CE8-4E1F-A112-58EDE5F194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2912393"/>
            <a:ext cx="7011682" cy="2397543"/>
          </a:xfrm>
          <a:prstGeom prst="rect">
            <a:avLst/>
          </a:prstGeom>
          <a:solidFill>
            <a:srgbClr val="FFFFFF">
              <a:shade val="85000"/>
            </a:srgbClr>
          </a:solidFill>
          <a:ln w="88900" cap="sq">
            <a:noFill/>
            <a:miter lim="800000"/>
          </a:ln>
          <a:effectLst>
            <a:outerShdw blurRad="50800" dist="38100" dir="5400000" algn="t"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507899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833519-AE71-4FB5-A359-92CEB763FDF4}"/>
              </a:ext>
            </a:extLst>
          </p:cNvPr>
          <p:cNvSpPr>
            <a:spLocks noGrp="1"/>
          </p:cNvSpPr>
          <p:nvPr>
            <p:ph type="title"/>
          </p:nvPr>
        </p:nvSpPr>
        <p:spPr/>
        <p:txBody>
          <a:bodyPr/>
          <a:lstStyle/>
          <a:p>
            <a:r>
              <a:rPr lang="en-US" dirty="0"/>
              <a:t>Table Storage Services</a:t>
            </a:r>
          </a:p>
        </p:txBody>
      </p:sp>
      <p:sp>
        <p:nvSpPr>
          <p:cNvPr id="3" name="Text Placeholder 2">
            <a:extLst>
              <a:ext uri="{FF2B5EF4-FFF2-40B4-BE49-F238E27FC236}">
                <a16:creationId xmlns="" xmlns:a16="http://schemas.microsoft.com/office/drawing/2014/main" id="{A73680C2-1D7E-408A-B632-9AE0A2AB9E6F}"/>
              </a:ext>
            </a:extLst>
          </p:cNvPr>
          <p:cNvSpPr>
            <a:spLocks noGrp="1"/>
          </p:cNvSpPr>
          <p:nvPr>
            <p:ph type="body" idx="1"/>
          </p:nvPr>
        </p:nvSpPr>
        <p:spPr/>
        <p:txBody>
          <a:bodyPr/>
          <a:lstStyle/>
          <a:p>
            <a:r>
              <a:rPr lang="en-US" dirty="0"/>
              <a:t>NoSQL</a:t>
            </a:r>
          </a:p>
          <a:p>
            <a:r>
              <a:rPr lang="en-US" dirty="0"/>
              <a:t>Database has no schema</a:t>
            </a:r>
          </a:p>
          <a:p>
            <a:r>
              <a:rPr lang="en-US" dirty="0"/>
              <a:t>Each </a:t>
            </a:r>
            <a:r>
              <a:rPr lang="en-US" dirty="0" smtClean="0"/>
              <a:t>property consists of name/value pair</a:t>
            </a:r>
            <a:endParaRPr lang="en-US" dirty="0"/>
          </a:p>
          <a:p>
            <a:r>
              <a:rPr lang="en-US" dirty="0"/>
              <a:t>Filtering, sorting and selection criteria </a:t>
            </a:r>
          </a:p>
          <a:p>
            <a:r>
              <a:rPr lang="en-US" dirty="0"/>
              <a:t>Higher performance, scalability and flexibility</a:t>
            </a:r>
          </a:p>
          <a:p>
            <a:r>
              <a:rPr lang="en-US" dirty="0"/>
              <a:t>Databases or datasets for web applications</a:t>
            </a:r>
          </a:p>
          <a:p>
            <a:r>
              <a:rPr lang="en-US" dirty="0"/>
              <a:t>Limiting factor is size of Storage account</a:t>
            </a:r>
          </a:p>
          <a:p>
            <a:r>
              <a:rPr lang="en-US" dirty="0"/>
              <a:t>No limit to number of tables or entities</a:t>
            </a:r>
          </a:p>
        </p:txBody>
      </p:sp>
      <p:sp>
        <p:nvSpPr>
          <p:cNvPr id="4" name="Text Placeholder 3">
            <a:extLst>
              <a:ext uri="{FF2B5EF4-FFF2-40B4-BE49-F238E27FC236}">
                <a16:creationId xmlns="" xmlns:a16="http://schemas.microsoft.com/office/drawing/2014/main" id="{E0850F53-F6EF-4FEF-8FA8-2CE209EC86C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950042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AD4250-C167-46D4-A479-41625D370084}"/>
              </a:ext>
            </a:extLst>
          </p:cNvPr>
          <p:cNvSpPr>
            <a:spLocks noGrp="1"/>
          </p:cNvSpPr>
          <p:nvPr>
            <p:ph type="title"/>
          </p:nvPr>
        </p:nvSpPr>
        <p:spPr/>
        <p:txBody>
          <a:bodyPr/>
          <a:lstStyle/>
          <a:p>
            <a:r>
              <a:rPr lang="en-US" dirty="0"/>
              <a:t>Queue Storage Services</a:t>
            </a:r>
          </a:p>
        </p:txBody>
      </p:sp>
      <p:sp>
        <p:nvSpPr>
          <p:cNvPr id="3" name="Text Placeholder 2">
            <a:extLst>
              <a:ext uri="{FF2B5EF4-FFF2-40B4-BE49-F238E27FC236}">
                <a16:creationId xmlns="" xmlns:a16="http://schemas.microsoft.com/office/drawing/2014/main" id="{7602353E-88FF-4C0D-9442-155CD6A0FB37}"/>
              </a:ext>
            </a:extLst>
          </p:cNvPr>
          <p:cNvSpPr>
            <a:spLocks noGrp="1"/>
          </p:cNvSpPr>
          <p:nvPr>
            <p:ph type="body" idx="1"/>
          </p:nvPr>
        </p:nvSpPr>
        <p:spPr/>
        <p:txBody>
          <a:bodyPr/>
          <a:lstStyle/>
          <a:p>
            <a:r>
              <a:rPr lang="en-US" dirty="0"/>
              <a:t>Enables messaging between applications</a:t>
            </a:r>
          </a:p>
          <a:p>
            <a:r>
              <a:rPr lang="en-US" dirty="0" smtClean="0"/>
              <a:t>Queues managed by commands over HTTP/HTTPS</a:t>
            </a:r>
            <a:endParaRPr lang="en-US" dirty="0"/>
          </a:p>
          <a:p>
            <a:r>
              <a:rPr lang="en-US" dirty="0" smtClean="0"/>
              <a:t>Asynchronous </a:t>
            </a:r>
            <a:r>
              <a:rPr lang="en-US" dirty="0"/>
              <a:t>communications method</a:t>
            </a:r>
          </a:p>
          <a:p>
            <a:r>
              <a:rPr lang="en-US" dirty="0" smtClean="0"/>
              <a:t>No </a:t>
            </a:r>
            <a:r>
              <a:rPr lang="en-US" dirty="0"/>
              <a:t>limit on the number of queues </a:t>
            </a:r>
          </a:p>
          <a:p>
            <a:r>
              <a:rPr lang="en-US" dirty="0"/>
              <a:t>Single message 64KB </a:t>
            </a:r>
          </a:p>
          <a:p>
            <a:r>
              <a:rPr lang="en-US" dirty="0"/>
              <a:t>Two Types </a:t>
            </a:r>
          </a:p>
          <a:p>
            <a:pPr lvl="1"/>
            <a:r>
              <a:rPr lang="en-US" dirty="0"/>
              <a:t>Azure Storage Queues </a:t>
            </a:r>
          </a:p>
          <a:p>
            <a:pPr lvl="1"/>
            <a:r>
              <a:rPr lang="en-US" dirty="0"/>
              <a:t>Azure </a:t>
            </a:r>
            <a:r>
              <a:rPr lang="en-US" dirty="0" smtClean="0"/>
              <a:t>Service </a:t>
            </a:r>
            <a:r>
              <a:rPr lang="en-US" dirty="0"/>
              <a:t>Bus </a:t>
            </a:r>
          </a:p>
        </p:txBody>
      </p:sp>
      <p:sp>
        <p:nvSpPr>
          <p:cNvPr id="4" name="Text Placeholder 3">
            <a:extLst>
              <a:ext uri="{FF2B5EF4-FFF2-40B4-BE49-F238E27FC236}">
                <a16:creationId xmlns="" xmlns:a16="http://schemas.microsoft.com/office/drawing/2014/main" id="{258550CC-0ADB-4739-88D5-8E2CEFD9CA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2719398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0946CC-41F9-4E7D-B869-2DEEF2D1FDD2}"/>
              </a:ext>
            </a:extLst>
          </p:cNvPr>
          <p:cNvSpPr>
            <a:spLocks noGrp="1"/>
          </p:cNvSpPr>
          <p:nvPr>
            <p:ph type="title"/>
          </p:nvPr>
        </p:nvSpPr>
        <p:spPr/>
        <p:txBody>
          <a:bodyPr/>
          <a:lstStyle/>
          <a:p>
            <a:r>
              <a:rPr lang="en-US" dirty="0"/>
              <a:t>Implementing Queues</a:t>
            </a:r>
          </a:p>
        </p:txBody>
      </p:sp>
      <p:pic>
        <p:nvPicPr>
          <p:cNvPr id="5" name="Picture 4">
            <a:extLst>
              <a:ext uri="{FF2B5EF4-FFF2-40B4-BE49-F238E27FC236}">
                <a16:creationId xmlns="" xmlns:a16="http://schemas.microsoft.com/office/drawing/2014/main" id="{C7D83D7D-40D5-4FB1-BB5D-0148B4AE28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1021215"/>
            <a:ext cx="2857500" cy="8953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 Placeholder 2">
            <a:extLst>
              <a:ext uri="{FF2B5EF4-FFF2-40B4-BE49-F238E27FC236}">
                <a16:creationId xmlns="" xmlns:a16="http://schemas.microsoft.com/office/drawing/2014/main" id="{93E45A6D-E20B-482D-AD0D-E633125F5E32}"/>
              </a:ext>
            </a:extLst>
          </p:cNvPr>
          <p:cNvSpPr>
            <a:spLocks noGrp="1"/>
          </p:cNvSpPr>
          <p:nvPr>
            <p:ph type="body" idx="1"/>
          </p:nvPr>
        </p:nvSpPr>
        <p:spPr>
          <a:xfrm>
            <a:off x="4572000" y="1021215"/>
            <a:ext cx="4264090" cy="5147356"/>
          </a:xfrm>
        </p:spPr>
        <p:txBody>
          <a:bodyPr/>
          <a:lstStyle/>
          <a:p>
            <a:pPr marL="0" indent="0">
              <a:buNone/>
            </a:pPr>
            <a:r>
              <a:rPr lang="en-US" sz="1100" b="1" dirty="0"/>
              <a:t>#Define required variables</a:t>
            </a:r>
          </a:p>
          <a:p>
            <a:pPr marL="0" indent="0">
              <a:buNone/>
            </a:pPr>
            <a:r>
              <a:rPr lang="en-US" sz="1100" dirty="0"/>
              <a:t>$</a:t>
            </a:r>
            <a:r>
              <a:rPr lang="en-US" sz="1100" dirty="0" err="1"/>
              <a:t>storageAccountName</a:t>
            </a:r>
            <a:r>
              <a:rPr lang="en-US" sz="1100" dirty="0"/>
              <a:t> = '</a:t>
            </a:r>
            <a:r>
              <a:rPr lang="en-US" sz="1100" dirty="0" err="1"/>
              <a:t>implementingazuredemo</a:t>
            </a:r>
            <a:r>
              <a:rPr lang="en-US" sz="1100" dirty="0"/>
              <a:t>'</a:t>
            </a:r>
          </a:p>
          <a:p>
            <a:pPr marL="0" indent="0">
              <a:buNone/>
            </a:pPr>
            <a:r>
              <a:rPr lang="en-US" sz="1100" dirty="0"/>
              <a:t>$</a:t>
            </a:r>
            <a:r>
              <a:rPr lang="en-US" sz="1100" dirty="0" err="1"/>
              <a:t>resourceGroupName</a:t>
            </a:r>
            <a:r>
              <a:rPr lang="en-US" sz="1100" dirty="0"/>
              <a:t> = '</a:t>
            </a:r>
            <a:r>
              <a:rPr lang="en-US" sz="1100" dirty="0" err="1"/>
              <a:t>AzureExamples</a:t>
            </a:r>
            <a:r>
              <a:rPr lang="en-US" sz="1100" dirty="0"/>
              <a:t>'</a:t>
            </a:r>
          </a:p>
          <a:p>
            <a:pPr marL="0" indent="0">
              <a:buNone/>
            </a:pPr>
            <a:r>
              <a:rPr lang="en-US" sz="1100" dirty="0"/>
              <a:t>$</a:t>
            </a:r>
            <a:r>
              <a:rPr lang="en-US" sz="1100" dirty="0" err="1"/>
              <a:t>queueName</a:t>
            </a:r>
            <a:r>
              <a:rPr lang="en-US" sz="1100" dirty="0"/>
              <a:t> = '</a:t>
            </a:r>
            <a:r>
              <a:rPr lang="en-US" sz="1100" dirty="0" err="1"/>
              <a:t>testqueue</a:t>
            </a:r>
            <a:r>
              <a:rPr lang="en-US" sz="1100" dirty="0"/>
              <a:t>'</a:t>
            </a:r>
          </a:p>
          <a:p>
            <a:pPr marL="0" indent="0">
              <a:buNone/>
            </a:pPr>
            <a:r>
              <a:rPr lang="en-US" sz="1100" b="1" dirty="0"/>
              <a:t>#Get the storage account keys</a:t>
            </a:r>
          </a:p>
          <a:p>
            <a:pPr marL="0" indent="0">
              <a:buNone/>
            </a:pPr>
            <a:r>
              <a:rPr lang="en-US" sz="1100" dirty="0"/>
              <a:t>$</a:t>
            </a:r>
            <a:r>
              <a:rPr lang="en-US" sz="1100" dirty="0" err="1"/>
              <a:t>storageAccountKey</a:t>
            </a:r>
            <a:r>
              <a:rPr lang="en-US" sz="1100" dirty="0"/>
              <a:t> = Get-</a:t>
            </a:r>
            <a:r>
              <a:rPr lang="en-US" sz="1100" dirty="0" err="1"/>
              <a:t>AzureRmStorageAccount</a:t>
            </a:r>
            <a:r>
              <a:rPr lang="en-US" sz="1100" dirty="0"/>
              <a:t> `</a:t>
            </a:r>
          </a:p>
          <a:p>
            <a:pPr marL="0" indent="0">
              <a:buNone/>
            </a:pPr>
            <a:r>
              <a:rPr lang="en-US" sz="1100" dirty="0"/>
              <a:t>-name $</a:t>
            </a:r>
            <a:r>
              <a:rPr lang="en-US" sz="1100" dirty="0" err="1"/>
              <a:t>storageAccountName</a:t>
            </a:r>
            <a:r>
              <a:rPr lang="en-US" sz="1100" dirty="0"/>
              <a:t> `</a:t>
            </a:r>
          </a:p>
          <a:p>
            <a:pPr marL="0" indent="0">
              <a:buNone/>
            </a:pPr>
            <a:r>
              <a:rPr lang="en-US" sz="1100" dirty="0"/>
              <a:t>-</a:t>
            </a:r>
            <a:r>
              <a:rPr lang="en-US" sz="1100" dirty="0" err="1"/>
              <a:t>ResourceGroupName</a:t>
            </a:r>
            <a:r>
              <a:rPr lang="en-US" sz="1100" dirty="0"/>
              <a:t> $</a:t>
            </a:r>
            <a:r>
              <a:rPr lang="en-US" sz="1100" dirty="0" err="1"/>
              <a:t>resourceGroupName</a:t>
            </a:r>
            <a:r>
              <a:rPr lang="en-US" sz="1100" dirty="0"/>
              <a:t> `</a:t>
            </a:r>
          </a:p>
          <a:p>
            <a:pPr marL="0" indent="0">
              <a:buNone/>
            </a:pPr>
            <a:r>
              <a:rPr lang="en-US" sz="1100" dirty="0"/>
              <a:t>| Get-</a:t>
            </a:r>
            <a:r>
              <a:rPr lang="en-US" sz="1100" dirty="0" err="1"/>
              <a:t>AzureRmStorageAccountKey</a:t>
            </a:r>
            <a:endParaRPr lang="en-US" sz="1100" dirty="0"/>
          </a:p>
          <a:p>
            <a:pPr marL="0" indent="0">
              <a:buNone/>
            </a:pPr>
            <a:r>
              <a:rPr lang="en-US" sz="1100" b="1" dirty="0"/>
              <a:t>#Create a Storage Context for working with the storage account</a:t>
            </a:r>
          </a:p>
          <a:p>
            <a:pPr marL="0" indent="0">
              <a:buNone/>
            </a:pPr>
            <a:r>
              <a:rPr lang="en-US" sz="1100" dirty="0"/>
              <a:t>$</a:t>
            </a:r>
            <a:r>
              <a:rPr lang="en-US" sz="1100" dirty="0" err="1"/>
              <a:t>storageContext</a:t>
            </a:r>
            <a:r>
              <a:rPr lang="en-US" sz="1100" dirty="0"/>
              <a:t> = New-</a:t>
            </a:r>
            <a:r>
              <a:rPr lang="en-US" sz="1100" dirty="0" err="1"/>
              <a:t>AzureStorageContext</a:t>
            </a:r>
            <a:r>
              <a:rPr lang="en-US" sz="1100" dirty="0"/>
              <a:t> -</a:t>
            </a:r>
            <a:r>
              <a:rPr lang="en-US" sz="1100" dirty="0" err="1"/>
              <a:t>StorageAccountName</a:t>
            </a:r>
            <a:endParaRPr lang="en-US" sz="1100" dirty="0"/>
          </a:p>
          <a:p>
            <a:pPr marL="0" indent="0">
              <a:buNone/>
            </a:pPr>
            <a:r>
              <a:rPr lang="en-US" sz="1100" dirty="0"/>
              <a:t>$</a:t>
            </a:r>
            <a:r>
              <a:rPr lang="en-US" sz="1100" dirty="0" err="1"/>
              <a:t>storageAccountName</a:t>
            </a:r>
            <a:r>
              <a:rPr lang="en-US" sz="1100" dirty="0"/>
              <a:t> -</a:t>
            </a:r>
          </a:p>
          <a:p>
            <a:pPr marL="0" indent="0">
              <a:buNone/>
            </a:pPr>
            <a:r>
              <a:rPr lang="en-US" sz="1100" dirty="0" err="1"/>
              <a:t>StorageAccountKey</a:t>
            </a:r>
            <a:r>
              <a:rPr lang="en-US" sz="1100" dirty="0"/>
              <a:t> $</a:t>
            </a:r>
            <a:r>
              <a:rPr lang="en-US" sz="1100" dirty="0" err="1"/>
              <a:t>storageAccountKey</a:t>
            </a:r>
            <a:r>
              <a:rPr lang="en-US" sz="1100" dirty="0"/>
              <a:t>[0].Value</a:t>
            </a:r>
          </a:p>
          <a:p>
            <a:pPr marL="0" indent="0">
              <a:buNone/>
            </a:pPr>
            <a:r>
              <a:rPr lang="en-US" sz="1100" b="1" dirty="0"/>
              <a:t>#Create a queue named </a:t>
            </a:r>
            <a:r>
              <a:rPr lang="en-US" sz="1100" b="1" dirty="0" err="1"/>
              <a:t>testqueue</a:t>
            </a:r>
            <a:endParaRPr lang="en-US" sz="1100" b="1" dirty="0"/>
          </a:p>
          <a:p>
            <a:pPr marL="0" indent="0">
              <a:buNone/>
            </a:pPr>
            <a:r>
              <a:rPr lang="en-US" sz="1100" dirty="0"/>
              <a:t>$Queue = New-</a:t>
            </a:r>
            <a:r>
              <a:rPr lang="en-US" sz="1100" dirty="0" err="1"/>
              <a:t>AzureStorageQueue</a:t>
            </a:r>
            <a:r>
              <a:rPr lang="en-US" sz="1100" dirty="0"/>
              <a:t> -Name $</a:t>
            </a:r>
            <a:r>
              <a:rPr lang="en-US" sz="1100" dirty="0" err="1"/>
              <a:t>queueName</a:t>
            </a:r>
            <a:r>
              <a:rPr lang="en-US" sz="1100" dirty="0"/>
              <a:t> -Context</a:t>
            </a:r>
          </a:p>
          <a:p>
            <a:pPr marL="0" indent="0">
              <a:buNone/>
            </a:pPr>
            <a:r>
              <a:rPr lang="en-US" sz="1100" dirty="0"/>
              <a:t>$</a:t>
            </a:r>
            <a:r>
              <a:rPr lang="en-US" sz="1100" dirty="0" err="1"/>
              <a:t>storageContext</a:t>
            </a:r>
            <a:endParaRPr lang="en-US" sz="1100" dirty="0"/>
          </a:p>
          <a:p>
            <a:pPr marL="0" indent="0">
              <a:buNone/>
            </a:pPr>
            <a:r>
              <a:rPr lang="en-US" sz="1100" b="1" dirty="0"/>
              <a:t>#Verify the creation</a:t>
            </a:r>
          </a:p>
          <a:p>
            <a:pPr marL="0" indent="0">
              <a:buNone/>
            </a:pPr>
            <a:r>
              <a:rPr lang="en-US" sz="1100" dirty="0"/>
              <a:t>Get-</a:t>
            </a:r>
            <a:r>
              <a:rPr lang="en-US" sz="1100" dirty="0" err="1"/>
              <a:t>AzureStorageQueue</a:t>
            </a:r>
            <a:r>
              <a:rPr lang="en-US" sz="1100" dirty="0"/>
              <a:t> -name $</a:t>
            </a:r>
            <a:r>
              <a:rPr lang="en-US" sz="1100" dirty="0" err="1"/>
              <a:t>queueName</a:t>
            </a:r>
            <a:r>
              <a:rPr lang="en-US" sz="1100" dirty="0"/>
              <a:t> -Context $</a:t>
            </a:r>
            <a:r>
              <a:rPr lang="en-US" sz="1100" dirty="0" err="1"/>
              <a:t>storageContext</a:t>
            </a:r>
            <a:endParaRPr lang="en-US" sz="1100" dirty="0"/>
          </a:p>
        </p:txBody>
      </p:sp>
      <p:sp>
        <p:nvSpPr>
          <p:cNvPr id="4" name="Text Placeholder 3">
            <a:extLst>
              <a:ext uri="{FF2B5EF4-FFF2-40B4-BE49-F238E27FC236}">
                <a16:creationId xmlns="" xmlns:a16="http://schemas.microsoft.com/office/drawing/2014/main" id="{8229FDB2-3140-4D44-8277-0B135ADA6933}"/>
              </a:ext>
            </a:extLst>
          </p:cNvPr>
          <p:cNvSpPr>
            <a:spLocks noGrp="1"/>
          </p:cNvSpPr>
          <p:nvPr>
            <p:ph type="body" sz="quarter" idx="10"/>
          </p:nvPr>
        </p:nvSpPr>
        <p:spPr/>
        <p:txBody>
          <a:bodyPr/>
          <a:lstStyle/>
          <a:p>
            <a:endParaRPr lang="en-US"/>
          </a:p>
        </p:txBody>
      </p:sp>
      <p:pic>
        <p:nvPicPr>
          <p:cNvPr id="6" name="Picture 5">
            <a:extLst>
              <a:ext uri="{FF2B5EF4-FFF2-40B4-BE49-F238E27FC236}">
                <a16:creationId xmlns="" xmlns:a16="http://schemas.microsoft.com/office/drawing/2014/main" id="{B8C2ACF7-5DC2-4047-B401-1EC04DA88F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2197118"/>
            <a:ext cx="3571875" cy="14192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0790368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B161DC-0758-4350-B7B1-431AC30717D6}"/>
              </a:ext>
            </a:extLst>
          </p:cNvPr>
          <p:cNvSpPr>
            <a:spLocks noGrp="1"/>
          </p:cNvSpPr>
          <p:nvPr>
            <p:ph type="title"/>
          </p:nvPr>
        </p:nvSpPr>
        <p:spPr>
          <a:xfrm>
            <a:off x="412249" y="0"/>
            <a:ext cx="7773988" cy="740664"/>
          </a:xfrm>
        </p:spPr>
        <p:txBody>
          <a:bodyPr/>
          <a:lstStyle/>
          <a:p>
            <a:r>
              <a:rPr lang="en-US" dirty="0"/>
              <a:t>File Storage</a:t>
            </a:r>
          </a:p>
        </p:txBody>
      </p:sp>
      <p:sp>
        <p:nvSpPr>
          <p:cNvPr id="3" name="Text Placeholder 2">
            <a:extLst>
              <a:ext uri="{FF2B5EF4-FFF2-40B4-BE49-F238E27FC236}">
                <a16:creationId xmlns="" xmlns:a16="http://schemas.microsoft.com/office/drawing/2014/main" id="{ACCD349B-3BBC-46E5-A658-BD58B69E782F}"/>
              </a:ext>
            </a:extLst>
          </p:cNvPr>
          <p:cNvSpPr>
            <a:spLocks noGrp="1"/>
          </p:cNvSpPr>
          <p:nvPr>
            <p:ph type="body" idx="1"/>
          </p:nvPr>
        </p:nvSpPr>
        <p:spPr/>
        <p:txBody>
          <a:bodyPr/>
          <a:lstStyle/>
          <a:p>
            <a:r>
              <a:rPr lang="en-US" dirty="0"/>
              <a:t>SMB (Server Message Block)</a:t>
            </a:r>
          </a:p>
          <a:p>
            <a:r>
              <a:rPr lang="en-US" dirty="0"/>
              <a:t>CIFS (Common Internet File System)</a:t>
            </a:r>
          </a:p>
          <a:p>
            <a:r>
              <a:rPr lang="en-US" dirty="0"/>
              <a:t>Cloud or On-premises </a:t>
            </a:r>
          </a:p>
          <a:p>
            <a:r>
              <a:rPr lang="en-US" dirty="0"/>
              <a:t>Windows, Linux, macOS </a:t>
            </a:r>
          </a:p>
          <a:p>
            <a:r>
              <a:rPr lang="en-US" dirty="0"/>
              <a:t>Cached (Azure File Sync (Preview))</a:t>
            </a:r>
          </a:p>
        </p:txBody>
      </p:sp>
      <p:sp>
        <p:nvSpPr>
          <p:cNvPr id="4" name="Text Placeholder 3">
            <a:extLst>
              <a:ext uri="{FF2B5EF4-FFF2-40B4-BE49-F238E27FC236}">
                <a16:creationId xmlns="" xmlns:a16="http://schemas.microsoft.com/office/drawing/2014/main" id="{312DFD30-B4C2-4BE4-9386-7A3605EAA9B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30941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13703B-F22E-4804-BB23-0C1478900AD0}"/>
              </a:ext>
            </a:extLst>
          </p:cNvPr>
          <p:cNvSpPr>
            <a:spLocks noGrp="1"/>
          </p:cNvSpPr>
          <p:nvPr>
            <p:ph type="title"/>
          </p:nvPr>
        </p:nvSpPr>
        <p:spPr/>
        <p:txBody>
          <a:bodyPr/>
          <a:lstStyle/>
          <a:p>
            <a:r>
              <a:rPr lang="en-US" dirty="0"/>
              <a:t>Creating a File Share </a:t>
            </a:r>
          </a:p>
        </p:txBody>
      </p:sp>
      <p:pic>
        <p:nvPicPr>
          <p:cNvPr id="5" name="Picture 4">
            <a:extLst>
              <a:ext uri="{FF2B5EF4-FFF2-40B4-BE49-F238E27FC236}">
                <a16:creationId xmlns="" xmlns:a16="http://schemas.microsoft.com/office/drawing/2014/main" id="{46510504-20C4-486C-AFA3-451A13B80C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081" y="867777"/>
            <a:ext cx="8648700" cy="2266950"/>
          </a:xfrm>
          <a:prstGeom prst="rect">
            <a:avLst/>
          </a:prstGeom>
        </p:spPr>
      </p:pic>
      <p:sp>
        <p:nvSpPr>
          <p:cNvPr id="4" name="Text Placeholder 3">
            <a:extLst>
              <a:ext uri="{FF2B5EF4-FFF2-40B4-BE49-F238E27FC236}">
                <a16:creationId xmlns="" xmlns:a16="http://schemas.microsoft.com/office/drawing/2014/main" id="{3CC743A8-1798-446A-A563-3D8A1D3ACD87}"/>
              </a:ext>
            </a:extLst>
          </p:cNvPr>
          <p:cNvSpPr>
            <a:spLocks noGrp="1"/>
          </p:cNvSpPr>
          <p:nvPr>
            <p:ph type="body" sz="quarter" idx="10"/>
          </p:nvPr>
        </p:nvSpPr>
        <p:spPr/>
        <p:txBody>
          <a:bodyPr/>
          <a:lstStyle/>
          <a:p>
            <a:endParaRPr lang="en-US"/>
          </a:p>
        </p:txBody>
      </p:sp>
      <p:sp>
        <p:nvSpPr>
          <p:cNvPr id="6" name="Rectangle 5">
            <a:extLst>
              <a:ext uri="{FF2B5EF4-FFF2-40B4-BE49-F238E27FC236}">
                <a16:creationId xmlns="" xmlns:a16="http://schemas.microsoft.com/office/drawing/2014/main" id="{F38CF3F1-3AF1-4D6B-99EE-8B8532C9BB16}"/>
              </a:ext>
            </a:extLst>
          </p:cNvPr>
          <p:cNvSpPr/>
          <p:nvPr/>
        </p:nvSpPr>
        <p:spPr bwMode="auto">
          <a:xfrm>
            <a:off x="3256547" y="1026695"/>
            <a:ext cx="2839453" cy="1283368"/>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pic>
        <p:nvPicPr>
          <p:cNvPr id="7" name="Picture 6">
            <a:extLst>
              <a:ext uri="{FF2B5EF4-FFF2-40B4-BE49-F238E27FC236}">
                <a16:creationId xmlns="" xmlns:a16="http://schemas.microsoft.com/office/drawing/2014/main" id="{01845C84-EAB2-45FB-B7DF-17D36E312A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25" y="2419350"/>
            <a:ext cx="8972550" cy="20193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angle 7">
            <a:extLst>
              <a:ext uri="{FF2B5EF4-FFF2-40B4-BE49-F238E27FC236}">
                <a16:creationId xmlns="" xmlns:a16="http://schemas.microsoft.com/office/drawing/2014/main" id="{B59E7029-09F5-4A24-B06D-98543D02FFE0}"/>
              </a:ext>
            </a:extLst>
          </p:cNvPr>
          <p:cNvSpPr/>
          <p:nvPr/>
        </p:nvSpPr>
        <p:spPr bwMode="auto">
          <a:xfrm>
            <a:off x="85725" y="2743200"/>
            <a:ext cx="860759" cy="224589"/>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pic>
        <p:nvPicPr>
          <p:cNvPr id="9" name="Picture 8">
            <a:extLst>
              <a:ext uri="{FF2B5EF4-FFF2-40B4-BE49-F238E27FC236}">
                <a16:creationId xmlns="" xmlns:a16="http://schemas.microsoft.com/office/drawing/2014/main" id="{CCFB8A2C-A718-4E92-BD69-901D0EE2C4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25" y="4535487"/>
            <a:ext cx="4448175" cy="17716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17103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6F58B209-4E6F-412E-BA33-6903529DB20C}"/>
              </a:ext>
            </a:extLst>
          </p:cNvPr>
          <p:cNvSpPr>
            <a:spLocks noGrp="1"/>
          </p:cNvSpPr>
          <p:nvPr>
            <p:ph type="ctrTitle" sz="quarter"/>
          </p:nvPr>
        </p:nvSpPr>
        <p:spPr/>
        <p:txBody>
          <a:bodyPr/>
          <a:lstStyle/>
          <a:p>
            <a:r>
              <a:rPr lang="en-US" dirty="0"/>
              <a:t>Implementing storage</a:t>
            </a:r>
          </a:p>
        </p:txBody>
      </p:sp>
      <p:sp>
        <p:nvSpPr>
          <p:cNvPr id="4" name="Subtitle 3">
            <a:extLst>
              <a:ext uri="{FF2B5EF4-FFF2-40B4-BE49-F238E27FC236}">
                <a16:creationId xmlns="" xmlns:a16="http://schemas.microsoft.com/office/drawing/2014/main" id="{7D07E0F1-6D44-4173-AA7B-25558381481B}"/>
              </a:ext>
            </a:extLst>
          </p:cNvPr>
          <p:cNvSpPr>
            <a:spLocks noGrp="1"/>
          </p:cNvSpPr>
          <p:nvPr>
            <p:ph type="subTitle" sz="quarter" idx="1"/>
          </p:nvPr>
        </p:nvSpPr>
        <p:spPr>
          <a:xfrm>
            <a:off x="620486" y="2076451"/>
            <a:ext cx="8355875" cy="3155456"/>
          </a:xfrm>
        </p:spPr>
        <p:txBody>
          <a:bodyPr/>
          <a:lstStyle/>
          <a:p>
            <a:r>
              <a:rPr lang="en-US" sz="2100" dirty="0"/>
              <a:t>Create a </a:t>
            </a:r>
            <a:r>
              <a:rPr lang="en-US" sz="2100" dirty="0" smtClean="0"/>
              <a:t>file share</a:t>
            </a:r>
            <a:endParaRPr lang="en-US" sz="2100" dirty="0"/>
          </a:p>
        </p:txBody>
      </p:sp>
      <p:sp>
        <p:nvSpPr>
          <p:cNvPr id="6" name="Text Placeholder 5">
            <a:extLst>
              <a:ext uri="{FF2B5EF4-FFF2-40B4-BE49-F238E27FC236}">
                <a16:creationId xmlns="" xmlns:a16="http://schemas.microsoft.com/office/drawing/2014/main" id="{80B11388-CFF3-4CFC-99E3-D2D9B375268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39954726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DACF78-117A-452B-828F-E9D6F5C938FA}"/>
              </a:ext>
            </a:extLst>
          </p:cNvPr>
          <p:cNvSpPr>
            <a:spLocks noGrp="1"/>
          </p:cNvSpPr>
          <p:nvPr>
            <p:ph type="title"/>
          </p:nvPr>
        </p:nvSpPr>
        <p:spPr/>
        <p:txBody>
          <a:bodyPr/>
          <a:lstStyle/>
          <a:p>
            <a:r>
              <a:rPr lang="en-US" dirty="0" smtClean="0"/>
              <a:t>Content Delivery Network (CDN)</a:t>
            </a:r>
            <a:endParaRPr lang="en-US" dirty="0"/>
          </a:p>
        </p:txBody>
      </p:sp>
      <p:sp>
        <p:nvSpPr>
          <p:cNvPr id="4" name="Text Placeholder 3">
            <a:extLst>
              <a:ext uri="{FF2B5EF4-FFF2-40B4-BE49-F238E27FC236}">
                <a16:creationId xmlns="" xmlns:a16="http://schemas.microsoft.com/office/drawing/2014/main" id="{69300F03-9980-4DCE-B438-456FFC8E72B0}"/>
              </a:ext>
            </a:extLst>
          </p:cNvPr>
          <p:cNvSpPr>
            <a:spLocks noGrp="1"/>
          </p:cNvSpPr>
          <p:nvPr>
            <p:ph type="body" sz="quarter" idx="10"/>
          </p:nvPr>
        </p:nvSpPr>
        <p:spPr/>
        <p:txBody>
          <a:bodyPr/>
          <a:lstStyle/>
          <a:p>
            <a:r>
              <a:rPr lang="en-US" dirty="0">
                <a:hlinkClick r:id="rId3"/>
              </a:rPr>
              <a:t>https://docs.microsoft.com/en-us/azure/cdn/cdn-overview</a:t>
            </a:r>
            <a:endParaRPr lang="en-US" dirty="0"/>
          </a:p>
          <a:p>
            <a:endParaRPr lang="en-US" dirty="0"/>
          </a:p>
        </p:txBody>
      </p:sp>
      <p:pic>
        <p:nvPicPr>
          <p:cNvPr id="6" name="Picture 5">
            <a:extLst>
              <a:ext uri="{FF2B5EF4-FFF2-40B4-BE49-F238E27FC236}">
                <a16:creationId xmlns="" xmlns:a16="http://schemas.microsoft.com/office/drawing/2014/main" id="{E8F95DA8-6490-491B-B5A5-B323CDD148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9369" y="2775176"/>
            <a:ext cx="6096000" cy="3381375"/>
          </a:xfrm>
          <a:prstGeom prst="rect">
            <a:avLst/>
          </a:prstGeom>
        </p:spPr>
      </p:pic>
      <p:sp>
        <p:nvSpPr>
          <p:cNvPr id="3" name="TextBox 2"/>
          <p:cNvSpPr txBox="1"/>
          <p:nvPr/>
        </p:nvSpPr>
        <p:spPr>
          <a:xfrm>
            <a:off x="693965" y="1151164"/>
            <a:ext cx="7388677" cy="1200329"/>
          </a:xfrm>
          <a:prstGeom prst="rect">
            <a:avLst/>
          </a:prstGeom>
          <a:noFill/>
        </p:spPr>
        <p:txBody>
          <a:bodyPr wrap="square" rtlCol="0">
            <a:spAutoFit/>
          </a:bodyPr>
          <a:lstStyle/>
          <a:p>
            <a:pPr marL="457200" indent="-457200">
              <a:buFont typeface="Arial" panose="020B0604020202020204" pitchFamily="34" charset="0"/>
              <a:buChar char="•"/>
            </a:pPr>
            <a:r>
              <a:rPr lang="en-US" sz="2400" b="0" dirty="0" smtClean="0"/>
              <a:t>Collection of globally distributed servers</a:t>
            </a:r>
          </a:p>
          <a:p>
            <a:pPr marL="457200" indent="-457200">
              <a:buFont typeface="Arial" panose="020B0604020202020204" pitchFamily="34" charset="0"/>
              <a:buChar char="•"/>
            </a:pPr>
            <a:r>
              <a:rPr lang="en-US" sz="2400" b="0" dirty="0" smtClean="0"/>
              <a:t>Known as Point of Presence (POP)</a:t>
            </a:r>
          </a:p>
          <a:p>
            <a:pPr marL="457200" indent="-457200">
              <a:buFont typeface="Arial" panose="020B0604020202020204" pitchFamily="34" charset="0"/>
              <a:buChar char="•"/>
            </a:pPr>
            <a:r>
              <a:rPr lang="en-US" sz="2400" b="0" dirty="0" smtClean="0"/>
              <a:t>Caches web and media content </a:t>
            </a:r>
            <a:endParaRPr lang="en-US" sz="2400" b="0" dirty="0"/>
          </a:p>
        </p:txBody>
      </p:sp>
    </p:spTree>
    <p:extLst>
      <p:ext uri="{BB962C8B-B14F-4D97-AF65-F5344CB8AC3E}">
        <p14:creationId xmlns:p14="http://schemas.microsoft.com/office/powerpoint/2010/main" val="95839664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261DB05-329E-4C25-B8D5-476206341930}"/>
              </a:ext>
            </a:extLst>
          </p:cNvPr>
          <p:cNvSpPr>
            <a:spLocks noGrp="1"/>
          </p:cNvSpPr>
          <p:nvPr>
            <p:ph type="title"/>
          </p:nvPr>
        </p:nvSpPr>
        <p:spPr/>
        <p:txBody>
          <a:bodyPr/>
          <a:lstStyle/>
          <a:p>
            <a:r>
              <a:rPr lang="en-US" dirty="0"/>
              <a:t>Configure CDN profile</a:t>
            </a:r>
          </a:p>
        </p:txBody>
      </p:sp>
      <p:sp>
        <p:nvSpPr>
          <p:cNvPr id="3" name="Text Placeholder 2">
            <a:extLst>
              <a:ext uri="{FF2B5EF4-FFF2-40B4-BE49-F238E27FC236}">
                <a16:creationId xmlns="" xmlns:a16="http://schemas.microsoft.com/office/drawing/2014/main" id="{6FA5A453-E624-453F-B960-377865E028BD}"/>
              </a:ext>
            </a:extLst>
          </p:cNvPr>
          <p:cNvSpPr>
            <a:spLocks noGrp="1"/>
          </p:cNvSpPr>
          <p:nvPr>
            <p:ph type="body" idx="1"/>
          </p:nvPr>
        </p:nvSpPr>
        <p:spPr>
          <a:xfrm>
            <a:off x="261188" y="1019595"/>
            <a:ext cx="7462226" cy="4234575"/>
          </a:xfrm>
        </p:spPr>
        <p:txBody>
          <a:bodyPr/>
          <a:lstStyle/>
          <a:p>
            <a:r>
              <a:rPr lang="en-US" sz="2000" dirty="0"/>
              <a:t>Each profile can contain one or more CDN endpoints</a:t>
            </a:r>
            <a:r>
              <a:rPr lang="en-US" sz="2000" dirty="0" smtClean="0"/>
              <a:t>.</a:t>
            </a:r>
          </a:p>
          <a:p>
            <a:r>
              <a:rPr lang="en-US" sz="2000" dirty="0" smtClean="0"/>
              <a:t>Endpoints are CDN locations</a:t>
            </a:r>
            <a:endParaRPr lang="en-US" sz="2000" dirty="0"/>
          </a:p>
          <a:p>
            <a:endParaRPr lang="en-US" sz="2000" dirty="0"/>
          </a:p>
        </p:txBody>
      </p:sp>
      <p:sp>
        <p:nvSpPr>
          <p:cNvPr id="4" name="Text Placeholder 3">
            <a:extLst>
              <a:ext uri="{FF2B5EF4-FFF2-40B4-BE49-F238E27FC236}">
                <a16:creationId xmlns="" xmlns:a16="http://schemas.microsoft.com/office/drawing/2014/main" id="{7A38B476-8903-409D-A34D-A5CCC3E591DB}"/>
              </a:ext>
            </a:extLst>
          </p:cNvPr>
          <p:cNvSpPr>
            <a:spLocks noGrp="1"/>
          </p:cNvSpPr>
          <p:nvPr>
            <p:ph type="body" sz="quarter" idx="10"/>
          </p:nvPr>
        </p:nvSpPr>
        <p:spPr/>
        <p:txBody>
          <a:bodyPr/>
          <a:lstStyle/>
          <a:p>
            <a:r>
              <a:rPr lang="en-US" dirty="0"/>
              <a:t>https://docs.microsoft.com/en-us/azure/cdn/cdn-create-new-endpoint</a:t>
            </a:r>
          </a:p>
        </p:txBody>
      </p:sp>
      <p:pic>
        <p:nvPicPr>
          <p:cNvPr id="7" name="Picture 6">
            <a:extLst>
              <a:ext uri="{FF2B5EF4-FFF2-40B4-BE49-F238E27FC236}">
                <a16:creationId xmlns="" xmlns:a16="http://schemas.microsoft.com/office/drawing/2014/main" id="{F7457C1F-ADD0-4132-87D4-DD36B9C29F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484" y="2056784"/>
            <a:ext cx="2006147" cy="3723870"/>
          </a:xfrm>
          <a:prstGeom prst="rect">
            <a:avLst/>
          </a:prstGeom>
        </p:spPr>
      </p:pic>
      <p:pic>
        <p:nvPicPr>
          <p:cNvPr id="9" name="Picture 8">
            <a:extLst>
              <a:ext uri="{FF2B5EF4-FFF2-40B4-BE49-F238E27FC236}">
                <a16:creationId xmlns="" xmlns:a16="http://schemas.microsoft.com/office/drawing/2014/main" id="{C78CDBBB-67CC-4E3A-AB34-8BAA1D54D0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4107" y="2056784"/>
            <a:ext cx="1603262" cy="3723870"/>
          </a:xfrm>
          <a:prstGeom prst="rect">
            <a:avLst/>
          </a:prstGeom>
        </p:spPr>
      </p:pic>
      <p:pic>
        <p:nvPicPr>
          <p:cNvPr id="11" name="Picture 10">
            <a:extLst>
              <a:ext uri="{FF2B5EF4-FFF2-40B4-BE49-F238E27FC236}">
                <a16:creationId xmlns="" xmlns:a16="http://schemas.microsoft.com/office/drawing/2014/main" id="{6E1E90D5-C07A-4341-83C8-0EA0047DCD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3146" y="3553837"/>
            <a:ext cx="4055424" cy="1963575"/>
          </a:xfrm>
          <a:prstGeom prst="rect">
            <a:avLst/>
          </a:prstGeom>
        </p:spPr>
      </p:pic>
      <p:pic>
        <p:nvPicPr>
          <p:cNvPr id="13" name="Picture 12">
            <a:extLst>
              <a:ext uri="{FF2B5EF4-FFF2-40B4-BE49-F238E27FC236}">
                <a16:creationId xmlns="" xmlns:a16="http://schemas.microsoft.com/office/drawing/2014/main" id="{5A653BF6-1465-4DA4-8110-3131FE23E2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15347" y="2069768"/>
            <a:ext cx="2026549" cy="881108"/>
          </a:xfrm>
          <a:prstGeom prst="rect">
            <a:avLst/>
          </a:prstGeom>
        </p:spPr>
      </p:pic>
    </p:spTree>
    <p:extLst>
      <p:ext uri="{BB962C8B-B14F-4D97-AF65-F5344CB8AC3E}">
        <p14:creationId xmlns:p14="http://schemas.microsoft.com/office/powerpoint/2010/main" val="37820344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FE315609-FC13-472A-9FB3-89F532D2A0EB}"/>
              </a:ext>
            </a:extLst>
          </p:cNvPr>
          <p:cNvSpPr>
            <a:spLocks noGrp="1"/>
          </p:cNvSpPr>
          <p:nvPr>
            <p:ph type="ctrTitle" sz="quarter"/>
          </p:nvPr>
        </p:nvSpPr>
        <p:spPr/>
        <p:txBody>
          <a:bodyPr/>
          <a:lstStyle/>
          <a:p>
            <a:r>
              <a:rPr lang="en-US" sz="4000" dirty="0"/>
              <a:t>Manage Access</a:t>
            </a:r>
          </a:p>
        </p:txBody>
      </p:sp>
      <p:sp>
        <p:nvSpPr>
          <p:cNvPr id="6" name="Subtitle 5">
            <a:extLst>
              <a:ext uri="{FF2B5EF4-FFF2-40B4-BE49-F238E27FC236}">
                <a16:creationId xmlns="" xmlns:a16="http://schemas.microsoft.com/office/drawing/2014/main" id="{5C407592-27A8-4419-BCCA-7A8F3E71409F}"/>
              </a:ext>
            </a:extLst>
          </p:cNvPr>
          <p:cNvSpPr>
            <a:spLocks noGrp="1"/>
          </p:cNvSpPr>
          <p:nvPr>
            <p:ph type="subTitle" sz="quarter" idx="1"/>
          </p:nvPr>
        </p:nvSpPr>
        <p:spPr>
          <a:xfrm>
            <a:off x="597160" y="2110581"/>
            <a:ext cx="8379200" cy="3722293"/>
          </a:xfrm>
        </p:spPr>
        <p:txBody>
          <a:bodyPr/>
          <a:lstStyle/>
          <a:p>
            <a:r>
              <a:rPr lang="en-US" dirty="0"/>
              <a:t>Create and manage shared access </a:t>
            </a:r>
            <a:r>
              <a:rPr lang="en-US" dirty="0" smtClean="0"/>
              <a:t>signatures </a:t>
            </a:r>
          </a:p>
          <a:p>
            <a:r>
              <a:rPr lang="en-US" dirty="0" smtClean="0"/>
              <a:t>Use </a:t>
            </a:r>
            <a:r>
              <a:rPr lang="en-US" dirty="0"/>
              <a:t>stored access </a:t>
            </a:r>
            <a:r>
              <a:rPr lang="en-US" dirty="0" smtClean="0"/>
              <a:t>policies </a:t>
            </a:r>
          </a:p>
          <a:p>
            <a:r>
              <a:rPr lang="en-US" dirty="0" smtClean="0"/>
              <a:t>Regenerate keys</a:t>
            </a:r>
          </a:p>
          <a:p>
            <a:r>
              <a:rPr lang="en-US" dirty="0" smtClean="0"/>
              <a:t>Encrypt </a:t>
            </a:r>
            <a:r>
              <a:rPr lang="en-US" dirty="0"/>
              <a:t>keys by using Azure Key Vault integration </a:t>
            </a:r>
          </a:p>
        </p:txBody>
      </p:sp>
      <p:sp>
        <p:nvSpPr>
          <p:cNvPr id="8" name="Text Placeholder 7">
            <a:extLst>
              <a:ext uri="{FF2B5EF4-FFF2-40B4-BE49-F238E27FC236}">
                <a16:creationId xmlns="" xmlns:a16="http://schemas.microsoft.com/office/drawing/2014/main" id="{D7680E8C-1308-49E5-93AE-D1B0C22FEDDA}"/>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8238278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C8356F-3BA7-44B5-8E19-BB9584AF2292}"/>
              </a:ext>
            </a:extLst>
          </p:cNvPr>
          <p:cNvSpPr>
            <a:spLocks noGrp="1"/>
          </p:cNvSpPr>
          <p:nvPr>
            <p:ph type="title"/>
          </p:nvPr>
        </p:nvSpPr>
        <p:spPr/>
        <p:txBody>
          <a:bodyPr/>
          <a:lstStyle/>
          <a:p>
            <a:r>
              <a:rPr lang="en-US" dirty="0"/>
              <a:t>Secure Storage Account using RBAC</a:t>
            </a:r>
          </a:p>
        </p:txBody>
      </p:sp>
      <p:sp>
        <p:nvSpPr>
          <p:cNvPr id="3" name="Text Placeholder 2">
            <a:extLst>
              <a:ext uri="{FF2B5EF4-FFF2-40B4-BE49-F238E27FC236}">
                <a16:creationId xmlns="" xmlns:a16="http://schemas.microsoft.com/office/drawing/2014/main" id="{2E92CAC0-C8BB-4BA7-9D3E-9E4804CF7E9B}"/>
              </a:ext>
            </a:extLst>
          </p:cNvPr>
          <p:cNvSpPr>
            <a:spLocks noGrp="1"/>
          </p:cNvSpPr>
          <p:nvPr>
            <p:ph type="body" idx="1"/>
          </p:nvPr>
        </p:nvSpPr>
        <p:spPr/>
        <p:txBody>
          <a:bodyPr numCol="2"/>
          <a:lstStyle/>
          <a:p>
            <a:r>
              <a:rPr lang="en-US" dirty="0" smtClean="0"/>
              <a:t>RBAC </a:t>
            </a:r>
            <a:endParaRPr lang="en-US" dirty="0"/>
          </a:p>
          <a:p>
            <a:pPr lvl="1"/>
            <a:r>
              <a:rPr lang="en-US" dirty="0"/>
              <a:t>Assign a role to the account </a:t>
            </a:r>
          </a:p>
          <a:p>
            <a:pPr lvl="1"/>
            <a:r>
              <a:rPr lang="en-US" dirty="0"/>
              <a:t>Give them permissions to read storage account keys </a:t>
            </a:r>
          </a:p>
          <a:p>
            <a:pPr lvl="1"/>
            <a:r>
              <a:rPr lang="en-US" dirty="0"/>
              <a:t>Roles can be assigned to groups, users and applications</a:t>
            </a:r>
          </a:p>
          <a:p>
            <a:pPr lvl="1"/>
            <a:r>
              <a:rPr lang="en-US" dirty="0"/>
              <a:t>Each role has a list of actions and Not actions </a:t>
            </a:r>
          </a:p>
          <a:p>
            <a:r>
              <a:rPr lang="en-US" dirty="0"/>
              <a:t>Roles for storage</a:t>
            </a:r>
          </a:p>
          <a:p>
            <a:pPr lvl="1"/>
            <a:r>
              <a:rPr lang="en-US" dirty="0"/>
              <a:t>Owner </a:t>
            </a:r>
          </a:p>
          <a:p>
            <a:pPr lvl="1"/>
            <a:r>
              <a:rPr lang="en-US" dirty="0"/>
              <a:t>Storage account contributor </a:t>
            </a:r>
          </a:p>
          <a:p>
            <a:pPr lvl="1"/>
            <a:r>
              <a:rPr lang="en-US" dirty="0"/>
              <a:t>Virtual Machine Contributor</a:t>
            </a:r>
          </a:p>
          <a:p>
            <a:pPr lvl="1"/>
            <a:r>
              <a:rPr lang="en-US" dirty="0"/>
              <a:t>Custom roles </a:t>
            </a:r>
          </a:p>
          <a:p>
            <a:r>
              <a:rPr lang="en-US" dirty="0" smtClean="0"/>
              <a:t>Report </a:t>
            </a:r>
            <a:endParaRPr lang="en-US" dirty="0"/>
          </a:p>
          <a:p>
            <a:pPr lvl="1"/>
            <a:r>
              <a:rPr lang="en-US" dirty="0"/>
              <a:t>PowerShell </a:t>
            </a:r>
          </a:p>
          <a:p>
            <a:pPr lvl="1"/>
            <a:r>
              <a:rPr lang="en-US" dirty="0"/>
              <a:t>Azure CLI </a:t>
            </a:r>
          </a:p>
        </p:txBody>
      </p:sp>
      <p:sp>
        <p:nvSpPr>
          <p:cNvPr id="4" name="Text Placeholder 3">
            <a:extLst>
              <a:ext uri="{FF2B5EF4-FFF2-40B4-BE49-F238E27FC236}">
                <a16:creationId xmlns="" xmlns:a16="http://schemas.microsoft.com/office/drawing/2014/main" id="{D6E42A35-9EB3-4F6B-92AF-E02C2B45CC94}"/>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35775428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B2BA83C-8DB9-46C7-B74D-813FC09A31A8}"/>
              </a:ext>
            </a:extLst>
          </p:cNvPr>
          <p:cNvSpPr>
            <a:spLocks noGrp="1"/>
          </p:cNvSpPr>
          <p:nvPr>
            <p:ph type="title"/>
          </p:nvPr>
        </p:nvSpPr>
        <p:spPr/>
        <p:txBody>
          <a:bodyPr/>
          <a:lstStyle/>
          <a:p>
            <a:r>
              <a:rPr lang="en-US" dirty="0"/>
              <a:t>Managing Storage </a:t>
            </a:r>
            <a:r>
              <a:rPr lang="en-US" dirty="0" smtClean="0"/>
              <a:t>Access </a:t>
            </a:r>
            <a:r>
              <a:rPr lang="en-US" dirty="0"/>
              <a:t>Keys</a:t>
            </a:r>
          </a:p>
        </p:txBody>
      </p:sp>
      <p:sp>
        <p:nvSpPr>
          <p:cNvPr id="3" name="Text Placeholder 2">
            <a:extLst>
              <a:ext uri="{FF2B5EF4-FFF2-40B4-BE49-F238E27FC236}">
                <a16:creationId xmlns="" xmlns:a16="http://schemas.microsoft.com/office/drawing/2014/main" id="{83F7D64C-6A2C-4814-B0A3-7834B7C279CD}"/>
              </a:ext>
            </a:extLst>
          </p:cNvPr>
          <p:cNvSpPr>
            <a:spLocks noGrp="1"/>
          </p:cNvSpPr>
          <p:nvPr>
            <p:ph type="body" idx="1"/>
          </p:nvPr>
        </p:nvSpPr>
        <p:spPr/>
        <p:txBody>
          <a:bodyPr/>
          <a:lstStyle/>
          <a:p>
            <a:r>
              <a:rPr lang="en-US" dirty="0"/>
              <a:t>512 bit strings </a:t>
            </a:r>
          </a:p>
          <a:p>
            <a:r>
              <a:rPr lang="en-US" dirty="0"/>
              <a:t>Two keys </a:t>
            </a:r>
          </a:p>
          <a:p>
            <a:pPr lvl="1"/>
            <a:r>
              <a:rPr lang="en-US" dirty="0"/>
              <a:t>Key 1 </a:t>
            </a:r>
          </a:p>
          <a:p>
            <a:pPr lvl="1"/>
            <a:r>
              <a:rPr lang="en-US" dirty="0"/>
              <a:t>Key </a:t>
            </a:r>
            <a:r>
              <a:rPr lang="en-US" dirty="0" smtClean="0"/>
              <a:t>2</a:t>
            </a:r>
          </a:p>
          <a:p>
            <a:r>
              <a:rPr lang="en-US" dirty="0" smtClean="0"/>
              <a:t>Key can be regenerated</a:t>
            </a:r>
            <a:endParaRPr lang="en-US" dirty="0"/>
          </a:p>
          <a:p>
            <a:r>
              <a:rPr lang="en-US" dirty="0"/>
              <a:t>Reasons to regenerate </a:t>
            </a:r>
          </a:p>
          <a:p>
            <a:pPr lvl="1"/>
            <a:r>
              <a:rPr lang="en-US" dirty="0"/>
              <a:t>Regular security </a:t>
            </a:r>
          </a:p>
          <a:p>
            <a:pPr lvl="1"/>
            <a:r>
              <a:rPr lang="en-US" dirty="0"/>
              <a:t>Compromised key </a:t>
            </a:r>
          </a:p>
          <a:p>
            <a:pPr lvl="1"/>
            <a:r>
              <a:rPr lang="en-US" dirty="0"/>
              <a:t>Employee turn-over </a:t>
            </a:r>
          </a:p>
        </p:txBody>
      </p:sp>
      <p:sp>
        <p:nvSpPr>
          <p:cNvPr id="4" name="Text Placeholder 3">
            <a:extLst>
              <a:ext uri="{FF2B5EF4-FFF2-40B4-BE49-F238E27FC236}">
                <a16:creationId xmlns="" xmlns:a16="http://schemas.microsoft.com/office/drawing/2014/main" id="{59A5D857-BA0F-4CFA-8DFA-CC2D4254CCC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6540293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5DE8CB4-92DC-415C-8AC1-2B6A4274C12D}"/>
              </a:ext>
            </a:extLst>
          </p:cNvPr>
          <p:cNvSpPr>
            <a:spLocks noGrp="1"/>
          </p:cNvSpPr>
          <p:nvPr>
            <p:ph type="title"/>
          </p:nvPr>
        </p:nvSpPr>
        <p:spPr/>
        <p:txBody>
          <a:bodyPr/>
          <a:lstStyle/>
          <a:p>
            <a:r>
              <a:rPr lang="en-US" dirty="0"/>
              <a:t>Azure Key Vault</a:t>
            </a:r>
          </a:p>
        </p:txBody>
      </p:sp>
      <p:sp>
        <p:nvSpPr>
          <p:cNvPr id="3" name="Text Placeholder 2">
            <a:extLst>
              <a:ext uri="{FF2B5EF4-FFF2-40B4-BE49-F238E27FC236}">
                <a16:creationId xmlns="" xmlns:a16="http://schemas.microsoft.com/office/drawing/2014/main" id="{44CDE14E-FFC5-4584-8E8B-8D74CC10C51C}"/>
              </a:ext>
            </a:extLst>
          </p:cNvPr>
          <p:cNvSpPr>
            <a:spLocks noGrp="1"/>
          </p:cNvSpPr>
          <p:nvPr>
            <p:ph type="body" idx="1"/>
          </p:nvPr>
        </p:nvSpPr>
        <p:spPr/>
        <p:txBody>
          <a:bodyPr/>
          <a:lstStyle/>
          <a:p>
            <a:r>
              <a:rPr lang="en-US" dirty="0"/>
              <a:t>Store keys </a:t>
            </a:r>
          </a:p>
          <a:p>
            <a:r>
              <a:rPr lang="en-US" dirty="0"/>
              <a:t>Distribute keys </a:t>
            </a:r>
          </a:p>
          <a:p>
            <a:r>
              <a:rPr lang="en-US" dirty="0"/>
              <a:t>Negates the need to redeploy applications</a:t>
            </a:r>
          </a:p>
          <a:p>
            <a:r>
              <a:rPr lang="en-US" dirty="0"/>
              <a:t>Another level of protection </a:t>
            </a:r>
          </a:p>
          <a:p>
            <a:r>
              <a:rPr lang="en-US" dirty="0"/>
              <a:t>Keys are never hard coded in the application </a:t>
            </a:r>
          </a:p>
          <a:p>
            <a:r>
              <a:rPr lang="en-US" dirty="0"/>
              <a:t>Control access using Azure AD </a:t>
            </a:r>
          </a:p>
        </p:txBody>
      </p:sp>
      <p:sp>
        <p:nvSpPr>
          <p:cNvPr id="4" name="Text Placeholder 3">
            <a:extLst>
              <a:ext uri="{FF2B5EF4-FFF2-40B4-BE49-F238E27FC236}">
                <a16:creationId xmlns="" xmlns:a16="http://schemas.microsoft.com/office/drawing/2014/main" id="{E09D33CA-517B-4811-B562-9695B7F8AE5F}"/>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5592458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B406A1-9EC5-4324-A22B-0CE8361FF814}"/>
              </a:ext>
            </a:extLst>
          </p:cNvPr>
          <p:cNvSpPr>
            <a:spLocks noGrp="1"/>
          </p:cNvSpPr>
          <p:nvPr>
            <p:ph type="title"/>
          </p:nvPr>
        </p:nvSpPr>
        <p:spPr/>
        <p:txBody>
          <a:bodyPr/>
          <a:lstStyle/>
          <a:p>
            <a:r>
              <a:rPr lang="en-US" dirty="0"/>
              <a:t>Shared Access Signatures </a:t>
            </a:r>
          </a:p>
        </p:txBody>
      </p:sp>
      <p:sp>
        <p:nvSpPr>
          <p:cNvPr id="3" name="Text Placeholder 2">
            <a:extLst>
              <a:ext uri="{FF2B5EF4-FFF2-40B4-BE49-F238E27FC236}">
                <a16:creationId xmlns="" xmlns:a16="http://schemas.microsoft.com/office/drawing/2014/main" id="{FFBE229A-6E90-49C6-AD81-4AD23FFD780E}"/>
              </a:ext>
            </a:extLst>
          </p:cNvPr>
          <p:cNvSpPr>
            <a:spLocks noGrp="1"/>
          </p:cNvSpPr>
          <p:nvPr>
            <p:ph type="body" idx="1"/>
          </p:nvPr>
        </p:nvSpPr>
        <p:spPr/>
        <p:txBody>
          <a:bodyPr/>
          <a:lstStyle/>
          <a:p>
            <a:r>
              <a:rPr lang="en-US" dirty="0" smtClean="0"/>
              <a:t>Provide limited access to storage data</a:t>
            </a:r>
          </a:p>
          <a:p>
            <a:r>
              <a:rPr lang="en-US" dirty="0" smtClean="0"/>
              <a:t>String </a:t>
            </a:r>
            <a:r>
              <a:rPr lang="en-US" dirty="0"/>
              <a:t>containing a security token </a:t>
            </a:r>
          </a:p>
          <a:p>
            <a:r>
              <a:rPr lang="en-US" dirty="0" smtClean="0"/>
              <a:t>Embedded in </a:t>
            </a:r>
            <a:r>
              <a:rPr lang="en-US" dirty="0"/>
              <a:t>a URI</a:t>
            </a:r>
          </a:p>
          <a:p>
            <a:r>
              <a:rPr lang="en-US" dirty="0"/>
              <a:t>Gives temporary access </a:t>
            </a:r>
          </a:p>
          <a:p>
            <a:r>
              <a:rPr lang="en-US" dirty="0"/>
              <a:t>SAS token </a:t>
            </a:r>
          </a:p>
          <a:p>
            <a:r>
              <a:rPr lang="en-US" dirty="0"/>
              <a:t>Can be used to </a:t>
            </a:r>
          </a:p>
          <a:p>
            <a:pPr lvl="1"/>
            <a:r>
              <a:rPr lang="en-US" dirty="0"/>
              <a:t>Give access to a range of entities (such as a geographical area in a table)</a:t>
            </a:r>
          </a:p>
          <a:p>
            <a:pPr lvl="1"/>
            <a:r>
              <a:rPr lang="en-US" dirty="0"/>
              <a:t>Separate roles (writers from readers)</a:t>
            </a:r>
          </a:p>
        </p:txBody>
      </p:sp>
      <p:sp>
        <p:nvSpPr>
          <p:cNvPr id="4" name="Text Placeholder 3">
            <a:extLst>
              <a:ext uri="{FF2B5EF4-FFF2-40B4-BE49-F238E27FC236}">
                <a16:creationId xmlns="" xmlns:a16="http://schemas.microsoft.com/office/drawing/2014/main" id="{CAF39435-771B-4DA2-8AE7-1320AED17D0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18115717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1B3E60-9D75-4518-B822-034084872669}"/>
              </a:ext>
            </a:extLst>
          </p:cNvPr>
          <p:cNvSpPr>
            <a:spLocks noGrp="1"/>
          </p:cNvSpPr>
          <p:nvPr>
            <p:ph type="title"/>
          </p:nvPr>
        </p:nvSpPr>
        <p:spPr/>
        <p:txBody>
          <a:bodyPr/>
          <a:lstStyle/>
          <a:p>
            <a:r>
              <a:rPr lang="en-US" dirty="0"/>
              <a:t>Creation of SAS </a:t>
            </a:r>
          </a:p>
        </p:txBody>
      </p:sp>
      <p:sp>
        <p:nvSpPr>
          <p:cNvPr id="3" name="Text Placeholder 2">
            <a:extLst>
              <a:ext uri="{FF2B5EF4-FFF2-40B4-BE49-F238E27FC236}">
                <a16:creationId xmlns="" xmlns:a16="http://schemas.microsoft.com/office/drawing/2014/main" id="{74F65DDC-CE05-4AB6-86CE-5CC72EE3E9E0}"/>
              </a:ext>
            </a:extLst>
          </p:cNvPr>
          <p:cNvSpPr>
            <a:spLocks noGrp="1"/>
          </p:cNvSpPr>
          <p:nvPr>
            <p:ph type="body" idx="1"/>
          </p:nvPr>
        </p:nvSpPr>
        <p:spPr/>
        <p:txBody>
          <a:bodyPr/>
          <a:lstStyle/>
          <a:p>
            <a:pPr marL="514350" indent="-514350">
              <a:buFont typeface="+mj-lt"/>
              <a:buAutoNum type="arabicPeriod"/>
            </a:pPr>
            <a:r>
              <a:rPr lang="en-US" dirty="0"/>
              <a:t>Ad hoc URI </a:t>
            </a:r>
          </a:p>
          <a:p>
            <a:pPr marL="798513" lvl="1" indent="-514350"/>
            <a:r>
              <a:rPr lang="en-US" dirty="0"/>
              <a:t>Logical group of parameters </a:t>
            </a:r>
          </a:p>
          <a:p>
            <a:pPr marL="798513" lvl="1" indent="-514350"/>
            <a:r>
              <a:rPr lang="en-US" dirty="0"/>
              <a:t>Same each time </a:t>
            </a:r>
          </a:p>
          <a:p>
            <a:pPr marL="514350" indent="-514350">
              <a:buFont typeface="+mj-lt"/>
              <a:buAutoNum type="arabicPeriod"/>
            </a:pPr>
            <a:r>
              <a:rPr lang="en-US" dirty="0"/>
              <a:t>Stored Access Policy </a:t>
            </a:r>
          </a:p>
          <a:p>
            <a:pPr marL="798513" lvl="1" indent="-514350"/>
            <a:r>
              <a:rPr lang="en-US" dirty="0"/>
              <a:t>Entire container, file share, table or queue</a:t>
            </a:r>
          </a:p>
          <a:p>
            <a:pPr marL="798513" lvl="1" indent="-514350"/>
            <a:r>
              <a:rPr lang="en-US" dirty="0"/>
              <a:t>Base all SAS URIs you create </a:t>
            </a:r>
          </a:p>
          <a:p>
            <a:pPr marL="798513" lvl="1" indent="-514350"/>
            <a:r>
              <a:rPr lang="en-US" dirty="0"/>
              <a:t>Up to 5 policies defined for each container , queue, table or file share </a:t>
            </a:r>
          </a:p>
          <a:p>
            <a:pPr marL="514350" indent="-514350"/>
            <a:r>
              <a:rPr lang="en-US" dirty="0"/>
              <a:t>Revocation</a:t>
            </a:r>
          </a:p>
          <a:p>
            <a:pPr marL="798513" lvl="1" indent="-514350"/>
            <a:endParaRPr lang="en-US" dirty="0"/>
          </a:p>
        </p:txBody>
      </p:sp>
      <p:sp>
        <p:nvSpPr>
          <p:cNvPr id="4" name="Text Placeholder 3">
            <a:extLst>
              <a:ext uri="{FF2B5EF4-FFF2-40B4-BE49-F238E27FC236}">
                <a16:creationId xmlns="" xmlns:a16="http://schemas.microsoft.com/office/drawing/2014/main" id="{F9698F48-741D-4570-A334-088F800DDDC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357631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6F58B209-4E6F-412E-BA33-6903529DB20C}"/>
              </a:ext>
            </a:extLst>
          </p:cNvPr>
          <p:cNvSpPr>
            <a:spLocks noGrp="1"/>
          </p:cNvSpPr>
          <p:nvPr>
            <p:ph type="ctrTitle" sz="quarter"/>
          </p:nvPr>
        </p:nvSpPr>
        <p:spPr/>
        <p:txBody>
          <a:bodyPr/>
          <a:lstStyle/>
          <a:p>
            <a:r>
              <a:rPr lang="en-US" dirty="0" smtClean="0"/>
              <a:t>Create a Key Vault</a:t>
            </a:r>
            <a:endParaRPr lang="en-US" dirty="0"/>
          </a:p>
        </p:txBody>
      </p:sp>
      <p:sp>
        <p:nvSpPr>
          <p:cNvPr id="4" name="Subtitle 3">
            <a:extLst>
              <a:ext uri="{FF2B5EF4-FFF2-40B4-BE49-F238E27FC236}">
                <a16:creationId xmlns="" xmlns:a16="http://schemas.microsoft.com/office/drawing/2014/main" id="{7D07E0F1-6D44-4173-AA7B-25558381481B}"/>
              </a:ext>
            </a:extLst>
          </p:cNvPr>
          <p:cNvSpPr>
            <a:spLocks noGrp="1"/>
          </p:cNvSpPr>
          <p:nvPr>
            <p:ph type="subTitle" sz="quarter" idx="1"/>
          </p:nvPr>
        </p:nvSpPr>
        <p:spPr>
          <a:xfrm>
            <a:off x="620486" y="2076451"/>
            <a:ext cx="8355875" cy="3155456"/>
          </a:xfrm>
        </p:spPr>
        <p:txBody>
          <a:bodyPr/>
          <a:lstStyle/>
          <a:p>
            <a:r>
              <a:rPr lang="en-US" sz="2100" dirty="0"/>
              <a:t>Create a </a:t>
            </a:r>
            <a:r>
              <a:rPr lang="en-US" sz="2100" dirty="0" smtClean="0"/>
              <a:t>key vault</a:t>
            </a:r>
          </a:p>
          <a:p>
            <a:r>
              <a:rPr lang="en-US" sz="2100" dirty="0" smtClean="0"/>
              <a:t>Add a secret</a:t>
            </a:r>
          </a:p>
          <a:p>
            <a:r>
              <a:rPr lang="en-US" sz="2100" dirty="0" smtClean="0"/>
              <a:t>Create an Access Policy</a:t>
            </a:r>
            <a:endParaRPr lang="en-US" sz="2100" dirty="0"/>
          </a:p>
        </p:txBody>
      </p:sp>
      <p:sp>
        <p:nvSpPr>
          <p:cNvPr id="6" name="Text Placeholder 5">
            <a:extLst>
              <a:ext uri="{FF2B5EF4-FFF2-40B4-BE49-F238E27FC236}">
                <a16:creationId xmlns="" xmlns:a16="http://schemas.microsoft.com/office/drawing/2014/main" id="{80B11388-CFF3-4CFC-99E3-D2D9B375268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20798104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1A042255-1901-4639-B120-005F391ABF4A}"/>
              </a:ext>
            </a:extLst>
          </p:cNvPr>
          <p:cNvSpPr>
            <a:spLocks noGrp="1"/>
          </p:cNvSpPr>
          <p:nvPr>
            <p:ph type="ctrTitle" sz="quarter"/>
          </p:nvPr>
        </p:nvSpPr>
        <p:spPr/>
        <p:txBody>
          <a:bodyPr/>
          <a:lstStyle/>
          <a:p>
            <a:r>
              <a:rPr lang="en-US" dirty="0"/>
              <a:t>Configure diagnostics, monitoring, and analytics </a:t>
            </a:r>
            <a:br>
              <a:rPr lang="en-US" dirty="0"/>
            </a:br>
            <a:endParaRPr lang="en-US" dirty="0"/>
          </a:p>
        </p:txBody>
      </p:sp>
      <p:sp>
        <p:nvSpPr>
          <p:cNvPr id="6" name="Subtitle 5">
            <a:extLst>
              <a:ext uri="{FF2B5EF4-FFF2-40B4-BE49-F238E27FC236}">
                <a16:creationId xmlns="" xmlns:a16="http://schemas.microsoft.com/office/drawing/2014/main" id="{82A304BB-281D-492D-92BA-66E70E5CC9B7}"/>
              </a:ext>
            </a:extLst>
          </p:cNvPr>
          <p:cNvSpPr>
            <a:spLocks noGrp="1"/>
          </p:cNvSpPr>
          <p:nvPr>
            <p:ph type="subTitle" sz="quarter" idx="1"/>
          </p:nvPr>
        </p:nvSpPr>
        <p:spPr>
          <a:xfrm>
            <a:off x="597160" y="2110581"/>
            <a:ext cx="8379200" cy="3722293"/>
          </a:xfrm>
        </p:spPr>
        <p:txBody>
          <a:bodyPr/>
          <a:lstStyle/>
          <a:p>
            <a:r>
              <a:rPr lang="en-US" dirty="0"/>
              <a:t>Set retention policies and logging </a:t>
            </a:r>
            <a:r>
              <a:rPr lang="en-US" dirty="0" smtClean="0"/>
              <a:t>levels</a:t>
            </a:r>
          </a:p>
          <a:p>
            <a:r>
              <a:rPr lang="en-US" dirty="0" smtClean="0"/>
              <a:t>Analyze </a:t>
            </a:r>
            <a:r>
              <a:rPr lang="en-US" dirty="0"/>
              <a:t>logs </a:t>
            </a:r>
          </a:p>
        </p:txBody>
      </p:sp>
      <p:sp>
        <p:nvSpPr>
          <p:cNvPr id="8" name="Text Placeholder 7">
            <a:extLst>
              <a:ext uri="{FF2B5EF4-FFF2-40B4-BE49-F238E27FC236}">
                <a16:creationId xmlns=""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64890347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F2A910-D2AB-44DA-B654-12B834B95A82}"/>
              </a:ext>
            </a:extLst>
          </p:cNvPr>
          <p:cNvSpPr>
            <a:spLocks noGrp="1"/>
          </p:cNvSpPr>
          <p:nvPr>
            <p:ph type="title"/>
          </p:nvPr>
        </p:nvSpPr>
        <p:spPr/>
        <p:txBody>
          <a:bodyPr/>
          <a:lstStyle/>
          <a:p>
            <a:r>
              <a:rPr lang="en-US" dirty="0"/>
              <a:t>Storage Analytics to monitor authorization type</a:t>
            </a:r>
          </a:p>
        </p:txBody>
      </p:sp>
      <p:sp>
        <p:nvSpPr>
          <p:cNvPr id="3" name="Text Placeholder 2">
            <a:extLst>
              <a:ext uri="{FF2B5EF4-FFF2-40B4-BE49-F238E27FC236}">
                <a16:creationId xmlns="" xmlns:a16="http://schemas.microsoft.com/office/drawing/2014/main" id="{7ED81DDB-E078-4A20-91AB-39408406B0A5}"/>
              </a:ext>
            </a:extLst>
          </p:cNvPr>
          <p:cNvSpPr>
            <a:spLocks noGrp="1"/>
          </p:cNvSpPr>
          <p:nvPr>
            <p:ph type="body" idx="1"/>
          </p:nvPr>
        </p:nvSpPr>
        <p:spPr/>
        <p:txBody>
          <a:bodyPr/>
          <a:lstStyle/>
          <a:p>
            <a:r>
              <a:rPr lang="en-US" dirty="0"/>
              <a:t>Enable on each storage account </a:t>
            </a:r>
          </a:p>
          <a:p>
            <a:r>
              <a:rPr lang="en-US" dirty="0"/>
              <a:t>Logging and storing metrics data </a:t>
            </a:r>
          </a:p>
          <a:p>
            <a:r>
              <a:rPr lang="en-US" dirty="0"/>
              <a:t>Tool </a:t>
            </a:r>
          </a:p>
          <a:p>
            <a:pPr lvl="1"/>
            <a:r>
              <a:rPr lang="en-US" dirty="0"/>
              <a:t>Performance metrics </a:t>
            </a:r>
          </a:p>
          <a:p>
            <a:pPr lvl="1"/>
            <a:r>
              <a:rPr lang="en-US" dirty="0"/>
              <a:t>Troubleshoot </a:t>
            </a:r>
          </a:p>
          <a:p>
            <a:pPr marL="0" indent="0">
              <a:buNone/>
            </a:pPr>
            <a:endParaRPr lang="en-US" dirty="0"/>
          </a:p>
        </p:txBody>
      </p:sp>
      <p:sp>
        <p:nvSpPr>
          <p:cNvPr id="4" name="Text Placeholder 3">
            <a:extLst>
              <a:ext uri="{FF2B5EF4-FFF2-40B4-BE49-F238E27FC236}">
                <a16:creationId xmlns="" xmlns:a16="http://schemas.microsoft.com/office/drawing/2014/main" id="{0EEF32AF-3790-48CC-98E3-48E11D799D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55984948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D87406A-AD11-4A0E-9C3A-81BF226F65D9}"/>
              </a:ext>
            </a:extLst>
          </p:cNvPr>
          <p:cNvSpPr>
            <a:spLocks noGrp="1"/>
          </p:cNvSpPr>
          <p:nvPr>
            <p:ph type="title"/>
          </p:nvPr>
        </p:nvSpPr>
        <p:spPr/>
        <p:txBody>
          <a:bodyPr/>
          <a:lstStyle/>
          <a:p>
            <a:r>
              <a:rPr lang="en-US" dirty="0"/>
              <a:t>Retention Policy for Storage Analytics Data </a:t>
            </a:r>
          </a:p>
        </p:txBody>
      </p:sp>
      <p:sp>
        <p:nvSpPr>
          <p:cNvPr id="3" name="Text Placeholder 2">
            <a:extLst>
              <a:ext uri="{FF2B5EF4-FFF2-40B4-BE49-F238E27FC236}">
                <a16:creationId xmlns="" xmlns:a16="http://schemas.microsoft.com/office/drawing/2014/main" id="{F65B1756-65E9-4B56-8BC6-81DD8E3369ED}"/>
              </a:ext>
            </a:extLst>
          </p:cNvPr>
          <p:cNvSpPr>
            <a:spLocks noGrp="1"/>
          </p:cNvSpPr>
          <p:nvPr>
            <p:ph type="body" idx="1"/>
          </p:nvPr>
        </p:nvSpPr>
        <p:spPr/>
        <p:txBody>
          <a:bodyPr/>
          <a:lstStyle/>
          <a:p>
            <a:r>
              <a:rPr lang="en-US" dirty="0"/>
              <a:t>20TB limit by default </a:t>
            </a:r>
          </a:p>
          <a:p>
            <a:r>
              <a:rPr lang="en-US" dirty="0"/>
              <a:t>Independent of storage account limit </a:t>
            </a:r>
          </a:p>
          <a:p>
            <a:r>
              <a:rPr lang="en-US" dirty="0"/>
              <a:t>Ways to delete Storage Analytics data </a:t>
            </a:r>
          </a:p>
          <a:p>
            <a:pPr lvl="1"/>
            <a:r>
              <a:rPr lang="en-US" dirty="0"/>
              <a:t>Manually marking deletion requests </a:t>
            </a:r>
          </a:p>
          <a:p>
            <a:pPr lvl="1"/>
            <a:r>
              <a:rPr lang="en-US" dirty="0"/>
              <a:t>Setting a retention policy</a:t>
            </a:r>
          </a:p>
        </p:txBody>
      </p:sp>
      <p:sp>
        <p:nvSpPr>
          <p:cNvPr id="4" name="Text Placeholder 3">
            <a:extLst>
              <a:ext uri="{FF2B5EF4-FFF2-40B4-BE49-F238E27FC236}">
                <a16:creationId xmlns="" xmlns:a16="http://schemas.microsoft.com/office/drawing/2014/main" id="{319C85EA-8595-429E-968C-AD232620F1A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60759458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88B799-8E20-43A9-8E78-B9B1D04AA53D}"/>
              </a:ext>
            </a:extLst>
          </p:cNvPr>
          <p:cNvSpPr>
            <a:spLocks noGrp="1"/>
          </p:cNvSpPr>
          <p:nvPr>
            <p:ph type="title"/>
          </p:nvPr>
        </p:nvSpPr>
        <p:spPr/>
        <p:txBody>
          <a:bodyPr/>
          <a:lstStyle/>
          <a:p>
            <a:r>
              <a:rPr lang="en-US" dirty="0"/>
              <a:t>Setting a Data Retention Policy </a:t>
            </a:r>
          </a:p>
        </p:txBody>
      </p:sp>
      <p:sp>
        <p:nvSpPr>
          <p:cNvPr id="3" name="Text Placeholder 2">
            <a:extLst>
              <a:ext uri="{FF2B5EF4-FFF2-40B4-BE49-F238E27FC236}">
                <a16:creationId xmlns="" xmlns:a16="http://schemas.microsoft.com/office/drawing/2014/main" id="{2513D1B8-E810-4DBA-B9A8-3407CBB13639}"/>
              </a:ext>
            </a:extLst>
          </p:cNvPr>
          <p:cNvSpPr>
            <a:spLocks noGrp="1"/>
          </p:cNvSpPr>
          <p:nvPr>
            <p:ph type="body" idx="1"/>
          </p:nvPr>
        </p:nvSpPr>
        <p:spPr>
          <a:xfrm>
            <a:off x="261253" y="1021215"/>
            <a:ext cx="3332179" cy="5147356"/>
          </a:xfrm>
        </p:spPr>
        <p:txBody>
          <a:bodyPr/>
          <a:lstStyle/>
          <a:p>
            <a:r>
              <a:rPr lang="en-US" dirty="0"/>
              <a:t>Two policies </a:t>
            </a:r>
          </a:p>
          <a:p>
            <a:pPr lvl="1"/>
            <a:r>
              <a:rPr lang="en-US" dirty="0"/>
              <a:t>One for logging </a:t>
            </a:r>
          </a:p>
          <a:p>
            <a:pPr lvl="1"/>
            <a:r>
              <a:rPr lang="en-US" dirty="0"/>
              <a:t>One for metrics </a:t>
            </a:r>
          </a:p>
          <a:p>
            <a:r>
              <a:rPr lang="en-US" dirty="0"/>
              <a:t>Maximum retention is 365 days </a:t>
            </a:r>
          </a:p>
          <a:p>
            <a:pPr marL="0" indent="0">
              <a:buNone/>
            </a:pPr>
            <a:endParaRPr lang="en-US" dirty="0"/>
          </a:p>
          <a:p>
            <a:pPr marL="0" indent="0">
              <a:buNone/>
            </a:pPr>
            <a:r>
              <a:rPr lang="en-US" sz="1800" dirty="0"/>
              <a:t>&lt;</a:t>
            </a:r>
            <a:r>
              <a:rPr lang="en-US" sz="1800" dirty="0" err="1"/>
              <a:t>RetentionPolicy</a:t>
            </a:r>
            <a:r>
              <a:rPr lang="en-US" sz="1800" dirty="0"/>
              <a:t>&gt;</a:t>
            </a:r>
          </a:p>
          <a:p>
            <a:pPr marL="0" indent="0">
              <a:buNone/>
            </a:pPr>
            <a:r>
              <a:rPr lang="en-US" sz="1800" dirty="0"/>
              <a:t>       &lt;Enabled&gt;true&lt;/Enabled&gt;</a:t>
            </a:r>
          </a:p>
          <a:p>
            <a:pPr marL="0" indent="0">
              <a:buNone/>
            </a:pPr>
            <a:r>
              <a:rPr lang="en-US" sz="1800" dirty="0"/>
              <a:t>       &lt;Days&gt;7&lt;/Days&gt;</a:t>
            </a:r>
          </a:p>
          <a:p>
            <a:pPr marL="0" indent="0">
              <a:buNone/>
            </a:pPr>
            <a:r>
              <a:rPr lang="en-US" sz="1800" dirty="0"/>
              <a:t>&lt;</a:t>
            </a:r>
            <a:r>
              <a:rPr lang="en-US" sz="1800" dirty="0" err="1"/>
              <a:t>RetentionPolicy</a:t>
            </a:r>
            <a:r>
              <a:rPr lang="en-US" sz="1800" dirty="0"/>
              <a:t>&gt;</a:t>
            </a:r>
            <a:endParaRPr lang="en-US" sz="2000" dirty="0"/>
          </a:p>
        </p:txBody>
      </p:sp>
      <p:sp>
        <p:nvSpPr>
          <p:cNvPr id="4" name="Text Placeholder 3">
            <a:extLst>
              <a:ext uri="{FF2B5EF4-FFF2-40B4-BE49-F238E27FC236}">
                <a16:creationId xmlns="" xmlns:a16="http://schemas.microsoft.com/office/drawing/2014/main" id="{5651FCA0-E3EE-44F0-BE15-E7A23B7D644D}"/>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 xmlns:a16="http://schemas.microsoft.com/office/drawing/2014/main" id="{228E2222-43D2-4B9A-BD43-240186B4B4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3182" y="879228"/>
            <a:ext cx="4782843" cy="5147355"/>
          </a:xfrm>
          <a:prstGeom prst="rect">
            <a:avLst/>
          </a:prstGeom>
        </p:spPr>
      </p:pic>
      <p:pic>
        <p:nvPicPr>
          <p:cNvPr id="6" name="Picture 5">
            <a:extLst>
              <a:ext uri="{FF2B5EF4-FFF2-40B4-BE49-F238E27FC236}">
                <a16:creationId xmlns="" xmlns:a16="http://schemas.microsoft.com/office/drawing/2014/main" id="{EDA87B05-6EDB-4BA4-8743-C39DF9C282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3181" y="879228"/>
            <a:ext cx="4782843" cy="3295650"/>
          </a:xfrm>
          <a:prstGeom prst="rect">
            <a:avLst/>
          </a:prstGeom>
        </p:spPr>
      </p:pic>
      <p:pic>
        <p:nvPicPr>
          <p:cNvPr id="7" name="Picture 6">
            <a:extLst>
              <a:ext uri="{FF2B5EF4-FFF2-40B4-BE49-F238E27FC236}">
                <a16:creationId xmlns="" xmlns:a16="http://schemas.microsoft.com/office/drawing/2014/main" id="{7CF4E032-BE30-493D-98F2-581CD6A5D1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0026" y="879228"/>
            <a:ext cx="4782843" cy="4438650"/>
          </a:xfrm>
          <a:prstGeom prst="rect">
            <a:avLst/>
          </a:prstGeom>
        </p:spPr>
      </p:pic>
      <p:pic>
        <p:nvPicPr>
          <p:cNvPr id="8" name="Picture 7">
            <a:extLst>
              <a:ext uri="{FF2B5EF4-FFF2-40B4-BE49-F238E27FC236}">
                <a16:creationId xmlns="" xmlns:a16="http://schemas.microsoft.com/office/drawing/2014/main" id="{C5C8B15F-37C8-4F2B-BE89-349A4FFC10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30026" y="926853"/>
            <a:ext cx="4829175" cy="4391025"/>
          </a:xfrm>
          <a:prstGeom prst="rect">
            <a:avLst/>
          </a:prstGeom>
        </p:spPr>
      </p:pic>
    </p:spTree>
    <p:extLst>
      <p:ext uri="{BB962C8B-B14F-4D97-AF65-F5344CB8AC3E}">
        <p14:creationId xmlns:p14="http://schemas.microsoft.com/office/powerpoint/2010/main" val="139064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6F58B209-4E6F-412E-BA33-6903529DB20C}"/>
              </a:ext>
            </a:extLst>
          </p:cNvPr>
          <p:cNvSpPr>
            <a:spLocks noGrp="1"/>
          </p:cNvSpPr>
          <p:nvPr>
            <p:ph type="ctrTitle" sz="quarter"/>
          </p:nvPr>
        </p:nvSpPr>
        <p:spPr/>
        <p:txBody>
          <a:bodyPr/>
          <a:lstStyle/>
          <a:p>
            <a:r>
              <a:rPr lang="en-US" dirty="0"/>
              <a:t>Implementing storage</a:t>
            </a:r>
          </a:p>
        </p:txBody>
      </p:sp>
      <p:sp>
        <p:nvSpPr>
          <p:cNvPr id="4" name="Subtitle 3">
            <a:extLst>
              <a:ext uri="{FF2B5EF4-FFF2-40B4-BE49-F238E27FC236}">
                <a16:creationId xmlns="" xmlns:a16="http://schemas.microsoft.com/office/drawing/2014/main" id="{7D07E0F1-6D44-4173-AA7B-25558381481B}"/>
              </a:ext>
            </a:extLst>
          </p:cNvPr>
          <p:cNvSpPr>
            <a:spLocks noGrp="1"/>
          </p:cNvSpPr>
          <p:nvPr>
            <p:ph type="subTitle" sz="quarter" idx="1"/>
          </p:nvPr>
        </p:nvSpPr>
        <p:spPr>
          <a:xfrm>
            <a:off x="620486" y="2076451"/>
            <a:ext cx="8355875" cy="3155456"/>
          </a:xfrm>
        </p:spPr>
        <p:txBody>
          <a:bodyPr/>
          <a:lstStyle/>
          <a:p>
            <a:r>
              <a:rPr lang="en-US" sz="2100" dirty="0" smtClean="0"/>
              <a:t>Configure Data Retention Policy for Storage</a:t>
            </a:r>
            <a:endParaRPr lang="en-US" sz="2100" dirty="0"/>
          </a:p>
        </p:txBody>
      </p:sp>
      <p:sp>
        <p:nvSpPr>
          <p:cNvPr id="6" name="Text Placeholder 5">
            <a:extLst>
              <a:ext uri="{FF2B5EF4-FFF2-40B4-BE49-F238E27FC236}">
                <a16:creationId xmlns="" xmlns:a16="http://schemas.microsoft.com/office/drawing/2014/main" id="{80B11388-CFF3-4CFC-99E3-D2D9B375268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422619855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ECA0CC9F-E0E7-4C5E-9C47-0524A212C4B8}"/>
              </a:ext>
            </a:extLst>
          </p:cNvPr>
          <p:cNvSpPr>
            <a:spLocks noGrp="1"/>
          </p:cNvSpPr>
          <p:nvPr>
            <p:ph type="title"/>
          </p:nvPr>
        </p:nvSpPr>
        <p:spPr>
          <a:xfrm>
            <a:off x="420590" y="-278681"/>
            <a:ext cx="7773988" cy="3110016"/>
          </a:xfrm>
        </p:spPr>
        <p:txBody>
          <a:bodyPr/>
          <a:lstStyle/>
          <a:p>
            <a:r>
              <a:rPr lang="en-US" sz="2400" dirty="0"/>
              <a:t>You are designing a Windows Azure application that will use a worker role. The worker role will create temporary files. You need to recommend an approach for creating the temporary files that minimizes storage transactions. What should you recommend? </a:t>
            </a:r>
            <a:br>
              <a:rPr lang="en-US" sz="2400" dirty="0"/>
            </a:br>
            <a:r>
              <a:rPr lang="en-IN" sz="2400" dirty="0">
                <a:latin typeface="Arial"/>
                <a:ea typeface="Calibri"/>
                <a:cs typeface="Times New Roman"/>
              </a:rPr>
              <a:t/>
            </a:r>
            <a:br>
              <a:rPr lang="en-IN" sz="2400" dirty="0">
                <a:latin typeface="Arial"/>
                <a:ea typeface="Calibri"/>
                <a:cs typeface="Times New Roman"/>
              </a:rPr>
            </a:br>
            <a:endParaRPr lang="en-US" sz="2400" dirty="0"/>
          </a:p>
        </p:txBody>
      </p:sp>
      <p:sp>
        <p:nvSpPr>
          <p:cNvPr id="5" name="Content Placeholder 4">
            <a:extLst>
              <a:ext uri="{FF2B5EF4-FFF2-40B4-BE49-F238E27FC236}">
                <a16:creationId xmlns="" xmlns:a16="http://schemas.microsoft.com/office/drawing/2014/main" id="{4116A86E-C9BF-43AD-B05C-14ABB394923D}"/>
              </a:ext>
            </a:extLst>
          </p:cNvPr>
          <p:cNvSpPr>
            <a:spLocks noGrp="1"/>
          </p:cNvSpPr>
          <p:nvPr>
            <p:ph idx="1"/>
          </p:nvPr>
        </p:nvSpPr>
        <p:spPr>
          <a:xfrm>
            <a:off x="420590" y="2001602"/>
            <a:ext cx="8574837" cy="3364531"/>
          </a:xfrm>
        </p:spPr>
        <p:txBody>
          <a:bodyPr/>
          <a:lstStyle/>
          <a:p>
            <a:pPr marL="514350" indent="-514350">
              <a:buFont typeface="+mj-lt"/>
              <a:buAutoNum type="arabicParenR"/>
            </a:pPr>
            <a:r>
              <a:rPr lang="en-US" dirty="0"/>
              <a:t>Create the files in Windows Azure block blobs</a:t>
            </a:r>
          </a:p>
          <a:p>
            <a:pPr marL="514350" indent="-514350">
              <a:buFont typeface="+mj-lt"/>
              <a:buAutoNum type="arabicParenR"/>
            </a:pPr>
            <a:r>
              <a:rPr lang="en-US" dirty="0"/>
              <a:t>Create the files on a Windows Azure Drive </a:t>
            </a:r>
          </a:p>
          <a:p>
            <a:pPr marL="514350" indent="-514350">
              <a:buFont typeface="+mj-lt"/>
              <a:buAutoNum type="arabicParenR"/>
            </a:pPr>
            <a:r>
              <a:rPr lang="en-US" dirty="0"/>
              <a:t>Create the files in Windows Azure local storage </a:t>
            </a:r>
          </a:p>
          <a:p>
            <a:pPr marL="514350" indent="-514350">
              <a:buFont typeface="+mj-lt"/>
              <a:buAutoNum type="arabicParenR"/>
            </a:pPr>
            <a:r>
              <a:rPr lang="en-US" dirty="0"/>
              <a:t>Create the files in Windows Azure Storage page blobs </a:t>
            </a:r>
          </a:p>
        </p:txBody>
      </p:sp>
      <p:sp>
        <p:nvSpPr>
          <p:cNvPr id="6" name="Text Placeholder 5">
            <a:extLst>
              <a:ext uri="{FF2B5EF4-FFF2-40B4-BE49-F238E27FC236}">
                <a16:creationId xmlns=""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08397814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F3021810-E84F-4DBD-9BAA-EBEE2A057DD4}"/>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 xmlns:a16="http://schemas.microsoft.com/office/drawing/2014/main" id="{D37B4D2A-5E7E-4800-9961-16839234DBED}"/>
              </a:ext>
            </a:extLst>
          </p:cNvPr>
          <p:cNvSpPr>
            <a:spLocks noGrp="1"/>
          </p:cNvSpPr>
          <p:nvPr>
            <p:ph idx="1"/>
          </p:nvPr>
        </p:nvSpPr>
        <p:spPr/>
        <p:txBody>
          <a:bodyPr/>
          <a:lstStyle/>
          <a:p>
            <a:pPr marL="0" lvl="0" indent="0">
              <a:buNone/>
            </a:pPr>
            <a:r>
              <a:rPr lang="en-US" dirty="0">
                <a:solidFill>
                  <a:srgbClr val="3399FF"/>
                </a:solidFill>
              </a:rPr>
              <a:t>3) </a:t>
            </a:r>
            <a:r>
              <a:rPr lang="en-US" dirty="0">
                <a:solidFill>
                  <a:srgbClr val="000000"/>
                </a:solidFill>
              </a:rPr>
              <a:t>Create the files in Windows Azure local storage </a:t>
            </a:r>
          </a:p>
          <a:p>
            <a:pPr marL="0" indent="0">
              <a:buNone/>
            </a:pPr>
            <a:endParaRPr lang="en-US" dirty="0"/>
          </a:p>
        </p:txBody>
      </p:sp>
      <p:sp>
        <p:nvSpPr>
          <p:cNvPr id="7" name="Text Placeholder 6">
            <a:extLst>
              <a:ext uri="{FF2B5EF4-FFF2-40B4-BE49-F238E27FC236}">
                <a16:creationId xmlns=""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763678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ECA0CC9F-E0E7-4C5E-9C47-0524A212C4B8}"/>
              </a:ext>
            </a:extLst>
          </p:cNvPr>
          <p:cNvSpPr>
            <a:spLocks noGrp="1"/>
          </p:cNvSpPr>
          <p:nvPr>
            <p:ph type="title"/>
          </p:nvPr>
        </p:nvSpPr>
        <p:spPr>
          <a:xfrm>
            <a:off x="482408" y="-323850"/>
            <a:ext cx="7773988" cy="3054931"/>
          </a:xfrm>
        </p:spPr>
        <p:txBody>
          <a:bodyPr/>
          <a:lstStyle/>
          <a:p>
            <a:pPr marL="0" indent="0">
              <a:buNone/>
            </a:pPr>
            <a:r>
              <a:rPr lang="en-US" dirty="0"/>
              <a:t>You are migrating a local VM to an Azure VM. You upload the VHD </a:t>
            </a:r>
            <a:r>
              <a:rPr lang="en-US" sz="3200" dirty="0"/>
              <a:t>file</a:t>
            </a:r>
            <a:r>
              <a:rPr lang="en-US" dirty="0"/>
              <a:t> to Azure Blob storage as a Block Blob. You need to change the Block blob to a page blob. What should you do? </a:t>
            </a:r>
          </a:p>
        </p:txBody>
      </p:sp>
      <p:sp>
        <p:nvSpPr>
          <p:cNvPr id="5" name="Content Placeholder 4">
            <a:extLst>
              <a:ext uri="{FF2B5EF4-FFF2-40B4-BE49-F238E27FC236}">
                <a16:creationId xmlns="" xmlns:a16="http://schemas.microsoft.com/office/drawing/2014/main" id="{4116A86E-C9BF-43AD-B05C-14ABB394923D}"/>
              </a:ext>
            </a:extLst>
          </p:cNvPr>
          <p:cNvSpPr>
            <a:spLocks noGrp="1"/>
          </p:cNvSpPr>
          <p:nvPr>
            <p:ph idx="1"/>
          </p:nvPr>
        </p:nvSpPr>
        <p:spPr>
          <a:xfrm>
            <a:off x="482408" y="2069335"/>
            <a:ext cx="8574837" cy="3364531"/>
          </a:xfrm>
        </p:spPr>
        <p:txBody>
          <a:bodyPr/>
          <a:lstStyle/>
          <a:p>
            <a:pPr marL="457200" indent="-457200">
              <a:buFont typeface="+mj-lt"/>
              <a:buAutoNum type="arabicParenR"/>
            </a:pPr>
            <a:r>
              <a:rPr lang="en-US" dirty="0"/>
              <a:t>Upload the metadata of the current blob and set the Blob-Type key to Page </a:t>
            </a:r>
          </a:p>
          <a:p>
            <a:pPr marL="457200" indent="-457200">
              <a:buFont typeface="+mj-lt"/>
              <a:buAutoNum type="arabicParenR"/>
            </a:pPr>
            <a:r>
              <a:rPr lang="en-US" dirty="0"/>
              <a:t>Update the type of the blob programmatically by using the Azure Storage .NET SDK</a:t>
            </a:r>
          </a:p>
          <a:p>
            <a:pPr marL="457200" indent="-457200">
              <a:buFont typeface="+mj-lt"/>
              <a:buAutoNum type="arabicParenR"/>
            </a:pPr>
            <a:r>
              <a:rPr lang="en-US" dirty="0"/>
              <a:t>Create a new empty page blob and use Azure Blob Copy PowerShell cmdlet to copy the current data to the new blob </a:t>
            </a:r>
          </a:p>
          <a:p>
            <a:pPr marL="457200" indent="-457200">
              <a:buFont typeface="+mj-lt"/>
              <a:buAutoNum type="arabicParenR"/>
            </a:pPr>
            <a:r>
              <a:rPr lang="en-US" dirty="0"/>
              <a:t>Delete the Block Blob and re-upload the VHD as a page blob</a:t>
            </a:r>
          </a:p>
        </p:txBody>
      </p:sp>
      <p:sp>
        <p:nvSpPr>
          <p:cNvPr id="6" name="Text Placeholder 5">
            <a:extLst>
              <a:ext uri="{FF2B5EF4-FFF2-40B4-BE49-F238E27FC236}">
                <a16:creationId xmlns=""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6224592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F3021810-E84F-4DBD-9BAA-EBEE2A057DD4}"/>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 xmlns:a16="http://schemas.microsoft.com/office/drawing/2014/main" id="{D37B4D2A-5E7E-4800-9961-16839234DBED}"/>
              </a:ext>
            </a:extLst>
          </p:cNvPr>
          <p:cNvSpPr>
            <a:spLocks noGrp="1"/>
          </p:cNvSpPr>
          <p:nvPr>
            <p:ph idx="1"/>
          </p:nvPr>
        </p:nvSpPr>
        <p:spPr/>
        <p:txBody>
          <a:bodyPr/>
          <a:lstStyle/>
          <a:p>
            <a:pPr marL="0" indent="0">
              <a:buNone/>
            </a:pPr>
            <a:r>
              <a:rPr lang="en-US" dirty="0">
                <a:solidFill>
                  <a:srgbClr val="3399FF"/>
                </a:solidFill>
              </a:rPr>
              <a:t>4) </a:t>
            </a:r>
            <a:r>
              <a:rPr lang="en-US" dirty="0"/>
              <a:t>Delete the Block Blob and re-upload the VHD as a page blob</a:t>
            </a:r>
          </a:p>
          <a:p>
            <a:pPr marL="0" indent="0">
              <a:buNone/>
            </a:pPr>
            <a:endParaRPr lang="en-US" dirty="0"/>
          </a:p>
        </p:txBody>
      </p:sp>
      <p:sp>
        <p:nvSpPr>
          <p:cNvPr id="7" name="Text Placeholder 6">
            <a:extLst>
              <a:ext uri="{FF2B5EF4-FFF2-40B4-BE49-F238E27FC236}">
                <a16:creationId xmlns=""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7584686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ECA0CC9F-E0E7-4C5E-9C47-0524A212C4B8}"/>
              </a:ext>
            </a:extLst>
          </p:cNvPr>
          <p:cNvSpPr>
            <a:spLocks noGrp="1"/>
          </p:cNvSpPr>
          <p:nvPr>
            <p:ph type="title"/>
          </p:nvPr>
        </p:nvSpPr>
        <p:spPr>
          <a:xfrm>
            <a:off x="482408" y="-786564"/>
            <a:ext cx="7773988" cy="3054931"/>
          </a:xfrm>
        </p:spPr>
        <p:txBody>
          <a:bodyPr/>
          <a:lstStyle/>
          <a:p>
            <a:pPr marL="0" indent="0">
              <a:buNone/>
            </a:pPr>
            <a:r>
              <a:rPr lang="en-US" dirty="0"/>
              <a:t>You are working on a project that requires that data be encrypted both at rest and in transit.  </a:t>
            </a:r>
            <a:br>
              <a:rPr lang="en-US" dirty="0"/>
            </a:br>
            <a:r>
              <a:rPr lang="en-US" dirty="0"/>
              <a:t>What do you use? </a:t>
            </a:r>
          </a:p>
        </p:txBody>
      </p:sp>
      <p:sp>
        <p:nvSpPr>
          <p:cNvPr id="5" name="Content Placeholder 4">
            <a:extLst>
              <a:ext uri="{FF2B5EF4-FFF2-40B4-BE49-F238E27FC236}">
                <a16:creationId xmlns="" xmlns:a16="http://schemas.microsoft.com/office/drawing/2014/main" id="{4116A86E-C9BF-43AD-B05C-14ABB394923D}"/>
              </a:ext>
            </a:extLst>
          </p:cNvPr>
          <p:cNvSpPr>
            <a:spLocks noGrp="1"/>
          </p:cNvSpPr>
          <p:nvPr>
            <p:ph idx="1"/>
          </p:nvPr>
        </p:nvSpPr>
        <p:spPr>
          <a:xfrm>
            <a:off x="261188" y="2103814"/>
            <a:ext cx="8574837" cy="3364531"/>
          </a:xfrm>
        </p:spPr>
        <p:txBody>
          <a:bodyPr/>
          <a:lstStyle/>
          <a:p>
            <a:pPr marL="514350" indent="-514350">
              <a:buFont typeface="+mj-lt"/>
              <a:buAutoNum type="arabicParenR"/>
            </a:pPr>
            <a:r>
              <a:rPr lang="en-US" dirty="0"/>
              <a:t>SSE (Sever Side Encryption)</a:t>
            </a:r>
          </a:p>
          <a:p>
            <a:pPr marL="514350" indent="-514350">
              <a:buFont typeface="+mj-lt"/>
              <a:buAutoNum type="arabicParenR"/>
            </a:pPr>
            <a:r>
              <a:rPr lang="en-US" dirty="0"/>
              <a:t>CSE (Client Side Encryption)</a:t>
            </a:r>
          </a:p>
          <a:p>
            <a:pPr marL="514350" indent="-514350">
              <a:buFont typeface="+mj-lt"/>
              <a:buAutoNum type="arabicParenR"/>
            </a:pPr>
            <a:r>
              <a:rPr lang="en-US" dirty="0"/>
              <a:t>Azure Disk Encryption </a:t>
            </a:r>
          </a:p>
          <a:p>
            <a:pPr marL="514350" indent="-514350">
              <a:buFont typeface="+mj-lt"/>
              <a:buAutoNum type="arabicParenR"/>
            </a:pPr>
            <a:r>
              <a:rPr lang="en-US" dirty="0"/>
              <a:t>SSL  (Secure Socket Layer)</a:t>
            </a:r>
          </a:p>
        </p:txBody>
      </p:sp>
      <p:sp>
        <p:nvSpPr>
          <p:cNvPr id="6" name="Text Placeholder 5">
            <a:extLst>
              <a:ext uri="{FF2B5EF4-FFF2-40B4-BE49-F238E27FC236}">
                <a16:creationId xmlns=""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2707371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F3021810-E84F-4DBD-9BAA-EBEE2A057DD4}"/>
              </a:ext>
            </a:extLst>
          </p:cNvPr>
          <p:cNvSpPr>
            <a:spLocks noGrp="1"/>
          </p:cNvSpPr>
          <p:nvPr>
            <p:ph type="title"/>
          </p:nvPr>
        </p:nvSpPr>
        <p:spPr/>
        <p:txBody>
          <a:bodyPr/>
          <a:lstStyle/>
          <a:p>
            <a:endParaRPr lang="en-US"/>
          </a:p>
        </p:txBody>
      </p:sp>
      <p:sp>
        <p:nvSpPr>
          <p:cNvPr id="6" name="Content Placeholder 5">
            <a:extLst>
              <a:ext uri="{FF2B5EF4-FFF2-40B4-BE49-F238E27FC236}">
                <a16:creationId xmlns="" xmlns:a16="http://schemas.microsoft.com/office/drawing/2014/main" id="{D37B4D2A-5E7E-4800-9961-16839234DBED}"/>
              </a:ext>
            </a:extLst>
          </p:cNvPr>
          <p:cNvSpPr>
            <a:spLocks noGrp="1"/>
          </p:cNvSpPr>
          <p:nvPr>
            <p:ph idx="1"/>
          </p:nvPr>
        </p:nvSpPr>
        <p:spPr/>
        <p:txBody>
          <a:bodyPr/>
          <a:lstStyle/>
          <a:p>
            <a:pPr marL="514350" indent="-514350">
              <a:buFont typeface="+mj-lt"/>
              <a:buAutoNum type="arabicParenR" startAt="2"/>
            </a:pPr>
            <a:r>
              <a:rPr lang="en-US" dirty="0"/>
              <a:t>CSE (Client Side Encryption)</a:t>
            </a:r>
          </a:p>
          <a:p>
            <a:pPr marL="0" indent="0">
              <a:buNone/>
            </a:pPr>
            <a:endParaRPr lang="en-US" dirty="0"/>
          </a:p>
        </p:txBody>
      </p:sp>
      <p:sp>
        <p:nvSpPr>
          <p:cNvPr id="7" name="Text Placeholder 6">
            <a:extLst>
              <a:ext uri="{FF2B5EF4-FFF2-40B4-BE49-F238E27FC236}">
                <a16:creationId xmlns=""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2348662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ECA0CC9F-E0E7-4C5E-9C47-0524A212C4B8}"/>
              </a:ext>
            </a:extLst>
          </p:cNvPr>
          <p:cNvSpPr>
            <a:spLocks noGrp="1"/>
          </p:cNvSpPr>
          <p:nvPr>
            <p:ph type="title"/>
          </p:nvPr>
        </p:nvSpPr>
        <p:spPr>
          <a:xfrm>
            <a:off x="471392" y="-471417"/>
            <a:ext cx="8364632" cy="3054931"/>
          </a:xfrm>
        </p:spPr>
        <p:txBody>
          <a:bodyPr/>
          <a:lstStyle/>
          <a:p>
            <a:pPr marL="0" indent="0">
              <a:buNone/>
            </a:pPr>
            <a:r>
              <a:rPr lang="en-US" dirty="0"/>
              <a:t>You administer an Azure Storage account with a blob container.  You enable Storage account logging for read, write and delete requests.  You need to reduce the costs associated with storing logs. </a:t>
            </a:r>
            <a:br>
              <a:rPr lang="en-US" dirty="0"/>
            </a:br>
            <a:r>
              <a:rPr lang="en-US" dirty="0"/>
              <a:t>What should you do? </a:t>
            </a:r>
          </a:p>
        </p:txBody>
      </p:sp>
      <p:sp>
        <p:nvSpPr>
          <p:cNvPr id="5" name="Content Placeholder 4">
            <a:extLst>
              <a:ext uri="{FF2B5EF4-FFF2-40B4-BE49-F238E27FC236}">
                <a16:creationId xmlns="" xmlns:a16="http://schemas.microsoft.com/office/drawing/2014/main" id="{4116A86E-C9BF-43AD-B05C-14ABB394923D}"/>
              </a:ext>
            </a:extLst>
          </p:cNvPr>
          <p:cNvSpPr>
            <a:spLocks noGrp="1"/>
          </p:cNvSpPr>
          <p:nvPr>
            <p:ph idx="1"/>
          </p:nvPr>
        </p:nvSpPr>
        <p:spPr>
          <a:xfrm>
            <a:off x="261188" y="2171463"/>
            <a:ext cx="8574837" cy="2273862"/>
          </a:xfrm>
        </p:spPr>
        <p:txBody>
          <a:bodyPr/>
          <a:lstStyle/>
          <a:p>
            <a:pPr marL="514350" indent="-514350">
              <a:buClr>
                <a:srgbClr val="00B0F0"/>
              </a:buClr>
              <a:buFont typeface="+mj-lt"/>
              <a:buAutoNum type="arabicParenR"/>
            </a:pPr>
            <a:r>
              <a:rPr lang="en-US" dirty="0"/>
              <a:t>Execute Delete Blob requests over http</a:t>
            </a:r>
          </a:p>
          <a:p>
            <a:pPr marL="514350" indent="-514350">
              <a:buClr>
                <a:srgbClr val="00B0F0"/>
              </a:buClr>
              <a:buFont typeface="+mj-lt"/>
              <a:buAutoNum type="arabicParenR"/>
            </a:pPr>
            <a:r>
              <a:rPr lang="en-US" dirty="0"/>
              <a:t>Set up a retention policy </a:t>
            </a:r>
          </a:p>
          <a:p>
            <a:pPr marL="514350" indent="-514350">
              <a:buClr>
                <a:srgbClr val="00B0F0"/>
              </a:buClr>
              <a:buFont typeface="+mj-lt"/>
              <a:buAutoNum type="arabicParenR"/>
            </a:pPr>
            <a:r>
              <a:rPr lang="en-US" dirty="0"/>
              <a:t>Create an export job for your container </a:t>
            </a:r>
          </a:p>
          <a:p>
            <a:pPr marL="514350" indent="-514350">
              <a:buClr>
                <a:srgbClr val="00B0F0"/>
              </a:buClr>
              <a:buFont typeface="+mj-lt"/>
              <a:buAutoNum type="arabicParenR"/>
            </a:pPr>
            <a:r>
              <a:rPr lang="en-US" dirty="0"/>
              <a:t>Execute Delete Blob requests over https</a:t>
            </a:r>
          </a:p>
        </p:txBody>
      </p:sp>
      <p:sp>
        <p:nvSpPr>
          <p:cNvPr id="6" name="Text Placeholder 5">
            <a:extLst>
              <a:ext uri="{FF2B5EF4-FFF2-40B4-BE49-F238E27FC236}">
                <a16:creationId xmlns=""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0720037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F3021810-E84F-4DBD-9BAA-EBEE2A057DD4}"/>
              </a:ext>
            </a:extLst>
          </p:cNvPr>
          <p:cNvSpPr>
            <a:spLocks noGrp="1"/>
          </p:cNvSpPr>
          <p:nvPr>
            <p:ph type="title"/>
          </p:nvPr>
        </p:nvSpPr>
        <p:spPr/>
        <p:txBody>
          <a:bodyPr/>
          <a:lstStyle/>
          <a:p>
            <a:endParaRPr lang="en-US"/>
          </a:p>
        </p:txBody>
      </p:sp>
      <p:sp>
        <p:nvSpPr>
          <p:cNvPr id="6" name="Content Placeholder 5">
            <a:extLst>
              <a:ext uri="{FF2B5EF4-FFF2-40B4-BE49-F238E27FC236}">
                <a16:creationId xmlns="" xmlns:a16="http://schemas.microsoft.com/office/drawing/2014/main" id="{D37B4D2A-5E7E-4800-9961-16839234DBED}"/>
              </a:ext>
            </a:extLst>
          </p:cNvPr>
          <p:cNvSpPr>
            <a:spLocks noGrp="1"/>
          </p:cNvSpPr>
          <p:nvPr>
            <p:ph idx="1"/>
          </p:nvPr>
        </p:nvSpPr>
        <p:spPr/>
        <p:txBody>
          <a:bodyPr/>
          <a:lstStyle/>
          <a:p>
            <a:pPr marL="514350" indent="-514350">
              <a:buFont typeface="+mj-lt"/>
              <a:buAutoNum type="arabicParenR" startAt="2"/>
            </a:pPr>
            <a:r>
              <a:rPr lang="en-US" dirty="0"/>
              <a:t>Set up a retention policy </a:t>
            </a:r>
          </a:p>
          <a:p>
            <a:pPr marL="0" indent="0">
              <a:buNone/>
            </a:pPr>
            <a:endParaRPr lang="en-US" dirty="0"/>
          </a:p>
        </p:txBody>
      </p:sp>
      <p:sp>
        <p:nvSpPr>
          <p:cNvPr id="7" name="Text Placeholder 6">
            <a:extLst>
              <a:ext uri="{FF2B5EF4-FFF2-40B4-BE49-F238E27FC236}">
                <a16:creationId xmlns=""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07134615"/>
      </p:ext>
    </p:extLst>
  </p:cSld>
  <p:clrMapOvr>
    <a:masterClrMapping/>
  </p:clrMapOvr>
</p:sld>
</file>

<file path=ppt/theme/theme1.xml><?xml version="1.0" encoding="utf-8"?>
<a:theme xmlns:a="http://schemas.openxmlformats.org/drawingml/2006/main" name="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2856</Words>
  <Application>Microsoft Office PowerPoint</Application>
  <PresentationFormat>On-screen Show (4:3)</PresentationFormat>
  <Paragraphs>406</Paragraphs>
  <Slides>44</Slides>
  <Notes>25</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44</vt:i4>
      </vt:variant>
    </vt:vector>
  </HeadingPairs>
  <TitlesOfParts>
    <vt:vector size="57" baseType="lpstr">
      <vt:lpstr>Arial</vt:lpstr>
      <vt:lpstr>Verdana</vt:lpstr>
      <vt:lpstr>Calibri</vt:lpstr>
      <vt:lpstr>Times New Roman</vt:lpstr>
      <vt:lpstr>Consolas</vt:lpstr>
      <vt:lpstr>Calibri Light</vt:lpstr>
      <vt:lpstr>Wingdings</vt:lpstr>
      <vt:lpstr>Courier New</vt:lpstr>
      <vt:lpstr>Segoe UI Light</vt:lpstr>
      <vt:lpstr>Segoe UI</vt:lpstr>
      <vt:lpstr>Symbol</vt:lpstr>
      <vt:lpstr>NG_MOC_Core_ModuleNew2</vt:lpstr>
      <vt:lpstr>Office Theme</vt:lpstr>
      <vt:lpstr>Exam 70-533 Implementing Microsoft Azure Infrastructure Solutions</vt:lpstr>
      <vt:lpstr>PowerPoint Presentation</vt:lpstr>
      <vt:lpstr>Design and Implement a Storage Strategy (10-15%)</vt:lpstr>
      <vt:lpstr>Design and Implement a Storage Strategy (10-15%)</vt:lpstr>
      <vt:lpstr>Implement Azure Storage blobs and Azure Files</vt:lpstr>
      <vt:lpstr>Storage Accounts</vt:lpstr>
      <vt:lpstr>Creating a Storage Account </vt:lpstr>
      <vt:lpstr>Implementing storage</vt:lpstr>
      <vt:lpstr>General Purpose Storage Account</vt:lpstr>
      <vt:lpstr>Blob Storage Account</vt:lpstr>
      <vt:lpstr>Replication and redundancy </vt:lpstr>
      <vt:lpstr>Blob Storage Services</vt:lpstr>
      <vt:lpstr>Block Blobs</vt:lpstr>
      <vt:lpstr>Append Blobs</vt:lpstr>
      <vt:lpstr>Page Blob</vt:lpstr>
      <vt:lpstr>Containers </vt:lpstr>
      <vt:lpstr>Table Storage Services</vt:lpstr>
      <vt:lpstr>Queue Storage Services</vt:lpstr>
      <vt:lpstr>Implementing Queues</vt:lpstr>
      <vt:lpstr>File Storage</vt:lpstr>
      <vt:lpstr>Creating a File Share </vt:lpstr>
      <vt:lpstr>Implementing storage</vt:lpstr>
      <vt:lpstr>Content Delivery Network (CDN)</vt:lpstr>
      <vt:lpstr>Configure CDN profile</vt:lpstr>
      <vt:lpstr>Manage Access</vt:lpstr>
      <vt:lpstr>Secure Storage Account using RBAC</vt:lpstr>
      <vt:lpstr>Managing Storage Access Keys</vt:lpstr>
      <vt:lpstr>Azure Key Vault</vt:lpstr>
      <vt:lpstr>Shared Access Signatures </vt:lpstr>
      <vt:lpstr>Creation of SAS </vt:lpstr>
      <vt:lpstr>Create a Key Vault</vt:lpstr>
      <vt:lpstr>Configure diagnostics, monitoring, and analytics  </vt:lpstr>
      <vt:lpstr>Storage Analytics to monitor authorization type</vt:lpstr>
      <vt:lpstr>Retention Policy for Storage Analytics Data </vt:lpstr>
      <vt:lpstr>Setting a Data Retention Policy </vt:lpstr>
      <vt:lpstr>Implementing storage</vt:lpstr>
      <vt:lpstr>You are designing a Windows Azure application that will use a worker role. The worker role will create temporary files. You need to recommend an approach for creating the temporary files that minimizes storage transactions. What should you recommend?   </vt:lpstr>
      <vt:lpstr>PowerPoint Presentation</vt:lpstr>
      <vt:lpstr>You are migrating a local VM to an Azure VM. You upload the VHD file to Azure Blob storage as a Block Blob. You need to change the Block blob to a page blob. What should you do? </vt:lpstr>
      <vt:lpstr>PowerPoint Presentation</vt:lpstr>
      <vt:lpstr>You are working on a project that requires that data be encrypted both at rest and in transit.   What do you use? </vt:lpstr>
      <vt:lpstr>PowerPoint Presentation</vt:lpstr>
      <vt:lpstr>You administer an Azure Storage account with a blob container.  You enable Storage account logging for read, write and delete requests.  You need to reduce the costs associated with storing logs.  What should you do?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2017-09-15T19:14:02Z</dcterms:created>
  <dcterms:modified xsi:type="dcterms:W3CDTF">2018-06-18T00:27:43Z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dstolts@microsoft.com</vt:lpwstr>
  </property>
  <property fmtid="{D5CDD505-2E9C-101B-9397-08002B2CF9AE}" pid="5" name="MSIP_Label_f42aa342-8706-4288-bd11-ebb85995028c_SetDate">
    <vt:lpwstr>2018-01-19T07:33:26.9972805Z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